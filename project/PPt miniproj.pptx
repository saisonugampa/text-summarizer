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embeddedFontLst>
    <p:embeddedFont>
      <p:font typeface="Bell MT" panose="02020503060305020303" pitchFamily="18"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73">
          <p15:clr>
            <a:srgbClr val="000000"/>
          </p15:clr>
        </p15:guide>
        <p15:guide id="2" pos="288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Hk6U51vQ9uCRtlOW9DEYwwnO7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768" y="62"/>
      </p:cViewPr>
      <p:guideLst>
        <p:guide orient="horz" pos="217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26" Type="http://schemas.microsoft.com/office/2016/11/relationships/changesInfo" Target="changesInfos/changesInfo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sonu Gampa" userId="f3bd0ef8879bde9b" providerId="LiveId" clId="{5BCD497C-A6FB-4AA2-9904-2FE961887895}"/>
    <pc:docChg chg="undo custSel modSld">
      <pc:chgData name="Sai sonu Gampa" userId="f3bd0ef8879bde9b" providerId="LiveId" clId="{5BCD497C-A6FB-4AA2-9904-2FE961887895}" dt="2026-04-16T06:25:57.918" v="151" actId="1076"/>
      <pc:docMkLst>
        <pc:docMk/>
      </pc:docMkLst>
      <pc:sldChg chg="delSp modSp mod">
        <pc:chgData name="Sai sonu Gampa" userId="f3bd0ef8879bde9b" providerId="LiveId" clId="{5BCD497C-A6FB-4AA2-9904-2FE961887895}" dt="2026-04-16T06:25:57.918" v="151" actId="1076"/>
        <pc:sldMkLst>
          <pc:docMk/>
          <pc:sldMk cId="0" sldId="256"/>
        </pc:sldMkLst>
        <pc:spChg chg="mod">
          <ac:chgData name="Sai sonu Gampa" userId="f3bd0ef8879bde9b" providerId="LiveId" clId="{5BCD497C-A6FB-4AA2-9904-2FE961887895}" dt="2026-04-16T06:25:57.918" v="151" actId="1076"/>
          <ac:spMkLst>
            <pc:docMk/>
            <pc:sldMk cId="0" sldId="256"/>
            <ac:spMk id="92" creationId="{00000000-0000-0000-0000-000000000000}"/>
          </ac:spMkLst>
        </pc:spChg>
        <pc:spChg chg="del mod">
          <ac:chgData name="Sai sonu Gampa" userId="f3bd0ef8879bde9b" providerId="LiveId" clId="{5BCD497C-A6FB-4AA2-9904-2FE961887895}" dt="2026-04-16T06:21:57.401" v="4" actId="478"/>
          <ac:spMkLst>
            <pc:docMk/>
            <pc:sldMk cId="0" sldId="256"/>
            <ac:spMk id="94" creationId="{00000000-0000-0000-0000-000000000000}"/>
          </ac:spMkLst>
        </pc:spChg>
        <pc:spChg chg="mod">
          <ac:chgData name="Sai sonu Gampa" userId="f3bd0ef8879bde9b" providerId="LiveId" clId="{5BCD497C-A6FB-4AA2-9904-2FE961887895}" dt="2026-04-16T06:24:51.943" v="137" actId="20577"/>
          <ac:spMkLst>
            <pc:docMk/>
            <pc:sldMk cId="0" sldId="256"/>
            <ac:spMk id="95" creationId="{00000000-0000-0000-0000-000000000000}"/>
          </ac:spMkLst>
        </pc:spChg>
        <pc:picChg chg="del">
          <ac:chgData name="Sai sonu Gampa" userId="f3bd0ef8879bde9b" providerId="LiveId" clId="{5BCD497C-A6FB-4AA2-9904-2FE961887895}" dt="2026-04-16T06:20:59.923" v="0" actId="478"/>
          <ac:picMkLst>
            <pc:docMk/>
            <pc:sldMk cId="0" sldId="256"/>
            <ac:picMk id="93"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89" name="Google Shape;89;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fa26b971e1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fa26b971e1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fa26b971e1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4"/>
          <p:cNvSpPr txBox="1">
            <a:spLocks noGrp="1"/>
          </p:cNvSpPr>
          <p:nvPr>
            <p:ph type="title"/>
          </p:nvPr>
        </p:nvSpPr>
        <p:spPr>
          <a:xfrm>
            <a:off x="457200" y="190500"/>
            <a:ext cx="8229600" cy="58261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4"/>
          <p:cNvSpPr txBox="1">
            <a:spLocks noGrp="1"/>
          </p:cNvSpPr>
          <p:nvPr>
            <p:ph type="body" idx="1"/>
          </p:nvPr>
        </p:nvSpPr>
        <p:spPr>
          <a:xfrm>
            <a:off x="457200" y="1174750"/>
            <a:ext cx="8229600" cy="4953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4"/>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4"/>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15"/>
          <p:cNvSpPr txBox="1">
            <a:spLocks noGrp="1"/>
          </p:cNvSpPr>
          <p:nvPr>
            <p:ph type="title"/>
          </p:nvPr>
        </p:nvSpPr>
        <p:spPr>
          <a:xfrm>
            <a:off x="457200" y="190500"/>
            <a:ext cx="8229600" cy="58261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lt1"/>
        </a:solidFill>
        <a:effectLst/>
      </p:bgPr>
    </p:bg>
    <p:spTree>
      <p:nvGrpSpPr>
        <p:cNvPr id="1" name="Shape 27"/>
        <p:cNvGrpSpPr/>
        <p:nvPr/>
      </p:nvGrpSpPr>
      <p:grpSpPr>
        <a:xfrm>
          <a:off x="0" y="0"/>
          <a:ext cx="0" cy="0"/>
          <a:chOff x="0" y="0"/>
          <a:chExt cx="0" cy="0"/>
        </a:xfrm>
      </p:grpSpPr>
      <p:pic>
        <p:nvPicPr>
          <p:cNvPr id="28" name="Google Shape;28;p16"/>
          <p:cNvPicPr preferRelativeResize="0"/>
          <p:nvPr/>
        </p:nvPicPr>
        <p:blipFill rotWithShape="1">
          <a:blip r:embed="rId2">
            <a:alphaModFix/>
          </a:blip>
          <a:srcRect/>
          <a:stretch/>
        </p:blipFill>
        <p:spPr>
          <a:xfrm>
            <a:off x="0" y="0"/>
            <a:ext cx="9156700" cy="6858000"/>
          </a:xfrm>
          <a:prstGeom prst="rect">
            <a:avLst/>
          </a:prstGeom>
          <a:noFill/>
          <a:ln>
            <a:noFill/>
          </a:ln>
        </p:spPr>
      </p:pic>
      <p:sp>
        <p:nvSpPr>
          <p:cNvPr id="29" name="Google Shape;29;p16"/>
          <p:cNvSpPr txBox="1">
            <a:spLocks noGrp="1"/>
          </p:cNvSpPr>
          <p:nvPr>
            <p:ph type="ctrTitle"/>
          </p:nvPr>
        </p:nvSpPr>
        <p:spPr>
          <a:xfrm>
            <a:off x="468313" y="1196975"/>
            <a:ext cx="8207375" cy="10826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6"/>
          <p:cNvSpPr txBox="1">
            <a:spLocks noGrp="1"/>
          </p:cNvSpPr>
          <p:nvPr>
            <p:ph type="subTitle" idx="1"/>
          </p:nvPr>
        </p:nvSpPr>
        <p:spPr>
          <a:xfrm>
            <a:off x="469900" y="2422525"/>
            <a:ext cx="8212138"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lt1"/>
              </a:buClr>
              <a:buSzPts val="3200"/>
              <a:buFont typeface="Arial"/>
              <a:buNone/>
              <a:defRPr>
                <a:solidFill>
                  <a:schemeClr val="lt1"/>
                </a:solidFill>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31" name="Google Shape;31;p16"/>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6"/>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400">
                <a:solidFill>
                  <a:schemeClr val="dk1"/>
                </a:solidFill>
                <a:latin typeface="Arial"/>
                <a:ea typeface="Arial"/>
                <a:cs typeface="Arial"/>
                <a:sym typeface="Arial"/>
              </a:defRPr>
            </a:lvl1pPr>
            <a:lvl2pPr marL="0" lvl="1" indent="0" algn="r">
              <a:spcBef>
                <a:spcPts val="0"/>
              </a:spcBef>
              <a:buNone/>
              <a:defRPr sz="1400">
                <a:solidFill>
                  <a:schemeClr val="dk1"/>
                </a:solidFill>
                <a:latin typeface="Arial"/>
                <a:ea typeface="Arial"/>
                <a:cs typeface="Arial"/>
                <a:sym typeface="Arial"/>
              </a:defRPr>
            </a:lvl2pPr>
            <a:lvl3pPr marL="0" lvl="2" indent="0" algn="r">
              <a:spcBef>
                <a:spcPts val="0"/>
              </a:spcBef>
              <a:buNone/>
              <a:defRPr sz="1400">
                <a:solidFill>
                  <a:schemeClr val="dk1"/>
                </a:solidFill>
                <a:latin typeface="Arial"/>
                <a:ea typeface="Arial"/>
                <a:cs typeface="Arial"/>
                <a:sym typeface="Arial"/>
              </a:defRPr>
            </a:lvl3pPr>
            <a:lvl4pPr marL="0" lvl="3" indent="0" algn="r">
              <a:spcBef>
                <a:spcPts val="0"/>
              </a:spcBef>
              <a:buNone/>
              <a:defRPr sz="1400">
                <a:solidFill>
                  <a:schemeClr val="dk1"/>
                </a:solidFill>
                <a:latin typeface="Arial"/>
                <a:ea typeface="Arial"/>
                <a:cs typeface="Arial"/>
                <a:sym typeface="Arial"/>
              </a:defRPr>
            </a:lvl4pPr>
            <a:lvl5pPr marL="0" lvl="4" indent="0" algn="r">
              <a:spcBef>
                <a:spcPts val="0"/>
              </a:spcBef>
              <a:buNone/>
              <a:defRPr sz="1400">
                <a:solidFill>
                  <a:schemeClr val="dk1"/>
                </a:solidFill>
                <a:latin typeface="Arial"/>
                <a:ea typeface="Arial"/>
                <a:cs typeface="Arial"/>
                <a:sym typeface="Arial"/>
              </a:defRPr>
            </a:lvl5pPr>
            <a:lvl6pPr marL="0" lvl="5" indent="0" algn="r">
              <a:spcBef>
                <a:spcPts val="0"/>
              </a:spcBef>
              <a:buNone/>
              <a:defRPr sz="1400">
                <a:solidFill>
                  <a:schemeClr val="dk1"/>
                </a:solidFill>
                <a:latin typeface="Arial"/>
                <a:ea typeface="Arial"/>
                <a:cs typeface="Arial"/>
                <a:sym typeface="Arial"/>
              </a:defRPr>
            </a:lvl6pPr>
            <a:lvl7pPr marL="0" lvl="6" indent="0" algn="r">
              <a:spcBef>
                <a:spcPts val="0"/>
              </a:spcBef>
              <a:buNone/>
              <a:defRPr sz="1400">
                <a:solidFill>
                  <a:schemeClr val="dk1"/>
                </a:solidFill>
                <a:latin typeface="Arial"/>
                <a:ea typeface="Arial"/>
                <a:cs typeface="Arial"/>
                <a:sym typeface="Arial"/>
              </a:defRPr>
            </a:lvl7pPr>
            <a:lvl8pPr marL="0" lvl="7" indent="0" algn="r">
              <a:spcBef>
                <a:spcPts val="0"/>
              </a:spcBef>
              <a:buNone/>
              <a:defRPr sz="1400">
                <a:solidFill>
                  <a:schemeClr val="dk1"/>
                </a:solidFill>
                <a:latin typeface="Arial"/>
                <a:ea typeface="Arial"/>
                <a:cs typeface="Arial"/>
                <a:sym typeface="Arial"/>
              </a:defRPr>
            </a:lvl8pPr>
            <a:lvl9pPr marL="0" lvl="8" indent="0" algn="r">
              <a:spcBef>
                <a:spcPts val="0"/>
              </a:spcBef>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17"/>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7"/>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Clr>
                <a:schemeClr val="dk1"/>
              </a:buClr>
              <a:buSzPts val="2400"/>
              <a:buFont typeface="Arial"/>
              <a:buNone/>
              <a:defRPr sz="2400"/>
            </a:lvl1pPr>
            <a:lvl2pPr marL="914400" lvl="1" indent="-228600" algn="l">
              <a:spcBef>
                <a:spcPts val="400"/>
              </a:spcBef>
              <a:spcAft>
                <a:spcPts val="0"/>
              </a:spcAft>
              <a:buClr>
                <a:schemeClr val="dk1"/>
              </a:buClr>
              <a:buSzPts val="2000"/>
              <a:buFont typeface="Arial"/>
              <a:buNone/>
              <a:defRPr sz="2000"/>
            </a:lvl2pPr>
            <a:lvl3pPr marL="1371600" lvl="2" indent="-228600" algn="l">
              <a:spcBef>
                <a:spcPts val="360"/>
              </a:spcBef>
              <a:spcAft>
                <a:spcPts val="0"/>
              </a:spcAft>
              <a:buClr>
                <a:schemeClr val="dk1"/>
              </a:buClr>
              <a:buSzPts val="1800"/>
              <a:buFont typeface="Arial"/>
              <a:buNone/>
              <a:defRPr sz="1800"/>
            </a:lvl3pPr>
            <a:lvl4pPr marL="1828800" lvl="3" indent="-228600" algn="l">
              <a:spcBef>
                <a:spcPts val="320"/>
              </a:spcBef>
              <a:spcAft>
                <a:spcPts val="0"/>
              </a:spcAft>
              <a:buClr>
                <a:schemeClr val="dk1"/>
              </a:buClr>
              <a:buSzPts val="1600"/>
              <a:buFont typeface="Arial"/>
              <a:buNone/>
              <a:defRPr sz="1600"/>
            </a:lvl4pPr>
            <a:lvl5pPr marL="2286000" lvl="4" indent="-228600" algn="l">
              <a:spcBef>
                <a:spcPts val="320"/>
              </a:spcBef>
              <a:spcAft>
                <a:spcPts val="0"/>
              </a:spcAft>
              <a:buClr>
                <a:schemeClr val="dk1"/>
              </a:buClr>
              <a:buSzPts val="1600"/>
              <a:buFont typeface="Arial"/>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37" name="Google Shape;37;p17"/>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457200" y="190500"/>
            <a:ext cx="8229600" cy="58261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457200" y="1174750"/>
            <a:ext cx="4038600" cy="4953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8"/>
          <p:cNvSpPr txBox="1">
            <a:spLocks noGrp="1"/>
          </p:cNvSpPr>
          <p:nvPr>
            <p:ph type="body" idx="2"/>
          </p:nvPr>
        </p:nvSpPr>
        <p:spPr>
          <a:xfrm>
            <a:off x="4648200" y="1174750"/>
            <a:ext cx="4038600" cy="4953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8"/>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8"/>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8"/>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19"/>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9"/>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9"/>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9"/>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9"/>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9"/>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9"/>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20"/>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0"/>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21"/>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1"/>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Arial"/>
              <a:buChar char="•"/>
              <a:defRPr sz="3200"/>
            </a:lvl1pPr>
            <a:lvl2pPr marL="914400" lvl="1" indent="-406400" algn="l">
              <a:spcBef>
                <a:spcPts val="560"/>
              </a:spcBef>
              <a:spcAft>
                <a:spcPts val="0"/>
              </a:spcAft>
              <a:buClr>
                <a:schemeClr val="dk1"/>
              </a:buClr>
              <a:buSzPts val="2800"/>
              <a:buFont typeface="Arial"/>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21"/>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Arial"/>
              <a:buNone/>
              <a:defRPr sz="1600"/>
            </a:lvl1pPr>
            <a:lvl2pPr marL="914400" lvl="1" indent="-228600" algn="l">
              <a:spcBef>
                <a:spcPts val="280"/>
              </a:spcBef>
              <a:spcAft>
                <a:spcPts val="0"/>
              </a:spcAft>
              <a:buClr>
                <a:schemeClr val="dk1"/>
              </a:buClr>
              <a:buSzPts val="1400"/>
              <a:buFont typeface="Arial"/>
              <a:buNone/>
              <a:defRPr sz="1400"/>
            </a:lvl2pPr>
            <a:lvl3pPr marL="1371600" lvl="2" indent="-228600" algn="l">
              <a:spcBef>
                <a:spcPts val="240"/>
              </a:spcBef>
              <a:spcAft>
                <a:spcPts val="0"/>
              </a:spcAft>
              <a:buClr>
                <a:schemeClr val="dk1"/>
              </a:buClr>
              <a:buSzPts val="1200"/>
              <a:buFont typeface="Arial"/>
              <a:buNone/>
              <a:defRPr sz="1200"/>
            </a:lvl3pPr>
            <a:lvl4pPr marL="1828800" lvl="3" indent="-228600" algn="l">
              <a:spcBef>
                <a:spcPts val="200"/>
              </a:spcBef>
              <a:spcAft>
                <a:spcPts val="0"/>
              </a:spcAft>
              <a:buClr>
                <a:schemeClr val="dk1"/>
              </a:buClr>
              <a:buSzPts val="1000"/>
              <a:buFont typeface="Arial"/>
              <a:buNone/>
              <a:defRPr sz="1000"/>
            </a:lvl4pPr>
            <a:lvl5pPr marL="2286000" lvl="4" indent="-228600" algn="l">
              <a:spcBef>
                <a:spcPts val="200"/>
              </a:spcBef>
              <a:spcAft>
                <a:spcPts val="0"/>
              </a:spcAft>
              <a:buClr>
                <a:schemeClr val="dk1"/>
              </a:buClr>
              <a:buSzPts val="1000"/>
              <a:buFont typeface="Arial"/>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21"/>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1"/>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22"/>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2"/>
          <p:cNvSpPr>
            <a:spLocks noGrp="1"/>
          </p:cNvSpPr>
          <p:nvPr>
            <p:ph type="pic" idx="2"/>
          </p:nvPr>
        </p:nvSpPr>
        <p:spPr>
          <a:xfrm>
            <a:off x="3887788" y="987425"/>
            <a:ext cx="4629150" cy="4873625"/>
          </a:xfrm>
          <a:prstGeom prst="rect">
            <a:avLst/>
          </a:prstGeom>
          <a:noFill/>
          <a:ln>
            <a:noFill/>
          </a:ln>
        </p:spPr>
      </p:sp>
      <p:sp>
        <p:nvSpPr>
          <p:cNvPr id="70" name="Google Shape;70;p22"/>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Arial"/>
              <a:buNone/>
              <a:defRPr sz="1600"/>
            </a:lvl1pPr>
            <a:lvl2pPr marL="914400" lvl="1" indent="-228600" algn="l">
              <a:spcBef>
                <a:spcPts val="280"/>
              </a:spcBef>
              <a:spcAft>
                <a:spcPts val="0"/>
              </a:spcAft>
              <a:buClr>
                <a:schemeClr val="dk1"/>
              </a:buClr>
              <a:buSzPts val="1400"/>
              <a:buFont typeface="Arial"/>
              <a:buNone/>
              <a:defRPr sz="1400"/>
            </a:lvl2pPr>
            <a:lvl3pPr marL="1371600" lvl="2" indent="-228600" algn="l">
              <a:spcBef>
                <a:spcPts val="240"/>
              </a:spcBef>
              <a:spcAft>
                <a:spcPts val="0"/>
              </a:spcAft>
              <a:buClr>
                <a:schemeClr val="dk1"/>
              </a:buClr>
              <a:buSzPts val="1200"/>
              <a:buFont typeface="Arial"/>
              <a:buNone/>
              <a:defRPr sz="1200"/>
            </a:lvl3pPr>
            <a:lvl4pPr marL="1828800" lvl="3" indent="-228600" algn="l">
              <a:spcBef>
                <a:spcPts val="200"/>
              </a:spcBef>
              <a:spcAft>
                <a:spcPts val="0"/>
              </a:spcAft>
              <a:buClr>
                <a:schemeClr val="dk1"/>
              </a:buClr>
              <a:buSzPts val="1000"/>
              <a:buFont typeface="Arial"/>
              <a:buNone/>
              <a:defRPr sz="1000"/>
            </a:lvl4pPr>
            <a:lvl5pPr marL="2286000" lvl="4" indent="-228600" algn="l">
              <a:spcBef>
                <a:spcPts val="200"/>
              </a:spcBef>
              <a:spcAft>
                <a:spcPts val="0"/>
              </a:spcAft>
              <a:buClr>
                <a:schemeClr val="dk1"/>
              </a:buClr>
              <a:buSzPts val="1000"/>
              <a:buFont typeface="Arial"/>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22"/>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a:off x="457200" y="190500"/>
            <a:ext cx="8229600" cy="58261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2095500" y="-463550"/>
            <a:ext cx="4953000"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24"/>
          <p:cNvSpPr txBox="1">
            <a:spLocks noGrp="1"/>
          </p:cNvSpPr>
          <p:nvPr>
            <p:ph type="title"/>
          </p:nvPr>
        </p:nvSpPr>
        <p:spPr>
          <a:xfrm rot="5400000">
            <a:off x="4689475" y="2130425"/>
            <a:ext cx="5937250" cy="2057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body" idx="1"/>
          </p:nvPr>
        </p:nvSpPr>
        <p:spPr>
          <a:xfrm rot="5400000">
            <a:off x="498475" y="149225"/>
            <a:ext cx="5937250"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24"/>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4"/>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4"/>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3">
            <a:alphaModFix/>
          </a:blip>
          <a:srcRect/>
          <a:stretch/>
        </p:blipFill>
        <p:spPr>
          <a:xfrm>
            <a:off x="0" y="0"/>
            <a:ext cx="9156700" cy="6858000"/>
          </a:xfrm>
          <a:prstGeom prst="rect">
            <a:avLst/>
          </a:prstGeom>
          <a:noFill/>
          <a:ln>
            <a:noFill/>
          </a:ln>
        </p:spPr>
      </p:pic>
      <p:sp>
        <p:nvSpPr>
          <p:cNvPr id="11" name="Google Shape;11;p13"/>
          <p:cNvSpPr txBox="1">
            <a:spLocks noGrp="1"/>
          </p:cNvSpPr>
          <p:nvPr>
            <p:ph type="title"/>
          </p:nvPr>
        </p:nvSpPr>
        <p:spPr>
          <a:xfrm>
            <a:off x="457200" y="190500"/>
            <a:ext cx="8229600" cy="58261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6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6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6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6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6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6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6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600" b="0" i="0" u="none" strike="noStrike" cap="none">
                <a:solidFill>
                  <a:schemeClr val="dk1"/>
                </a:solidFill>
                <a:latin typeface="Arial"/>
                <a:ea typeface="Arial"/>
                <a:cs typeface="Arial"/>
                <a:sym typeface="Arial"/>
              </a:defRPr>
            </a:lvl9pPr>
          </a:lstStyle>
          <a:p>
            <a:endParaRPr/>
          </a:p>
        </p:txBody>
      </p:sp>
      <p:sp>
        <p:nvSpPr>
          <p:cNvPr id="12" name="Google Shape;12;p13"/>
          <p:cNvSpPr txBox="1">
            <a:spLocks noGrp="1"/>
          </p:cNvSpPr>
          <p:nvPr>
            <p:ph type="body" idx="1"/>
          </p:nvPr>
        </p:nvSpPr>
        <p:spPr>
          <a:xfrm>
            <a:off x="457200" y="1174750"/>
            <a:ext cx="8229600" cy="49530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 name="Google Shape;13;p13"/>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3"/>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5" name="Google Shape;15;p13"/>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400" b="0" i="0" u="none" strike="noStrike" cap="none">
                <a:solidFill>
                  <a:schemeClr val="dk1"/>
                </a:solidFill>
                <a:latin typeface="Arial"/>
                <a:ea typeface="Arial"/>
                <a:cs typeface="Arial"/>
                <a:sym typeface="Arial"/>
              </a:defRPr>
            </a:lvl1pPr>
            <a:lvl2pPr marL="0" marR="0" lvl="1" indent="0" algn="r" rtl="0">
              <a:spcBef>
                <a:spcPts val="0"/>
              </a:spcBef>
              <a:buNone/>
              <a:defRPr sz="1400" b="0" i="0" u="none" strike="noStrike" cap="none">
                <a:solidFill>
                  <a:schemeClr val="dk1"/>
                </a:solidFill>
                <a:latin typeface="Arial"/>
                <a:ea typeface="Arial"/>
                <a:cs typeface="Arial"/>
                <a:sym typeface="Arial"/>
              </a:defRPr>
            </a:lvl2pPr>
            <a:lvl3pPr marL="0" marR="0" lvl="2" indent="0" algn="r" rtl="0">
              <a:spcBef>
                <a:spcPts val="0"/>
              </a:spcBef>
              <a:buNone/>
              <a:defRPr sz="1400" b="0" i="0" u="none" strike="noStrike" cap="none">
                <a:solidFill>
                  <a:schemeClr val="dk1"/>
                </a:solidFill>
                <a:latin typeface="Arial"/>
                <a:ea typeface="Arial"/>
                <a:cs typeface="Arial"/>
                <a:sym typeface="Arial"/>
              </a:defRPr>
            </a:lvl3pPr>
            <a:lvl4pPr marL="0" marR="0" lvl="3" indent="0" algn="r" rtl="0">
              <a:spcBef>
                <a:spcPts val="0"/>
              </a:spcBef>
              <a:buNone/>
              <a:defRPr sz="1400" b="0" i="0" u="none" strike="noStrike" cap="none">
                <a:solidFill>
                  <a:schemeClr val="dk1"/>
                </a:solidFill>
                <a:latin typeface="Arial"/>
                <a:ea typeface="Arial"/>
                <a:cs typeface="Arial"/>
                <a:sym typeface="Arial"/>
              </a:defRPr>
            </a:lvl4pPr>
            <a:lvl5pPr marL="0" marR="0" lvl="4" indent="0" algn="r" rtl="0">
              <a:spcBef>
                <a:spcPts val="0"/>
              </a:spcBef>
              <a:buNone/>
              <a:defRPr sz="1400" b="0" i="0" u="none" strike="noStrike" cap="none">
                <a:solidFill>
                  <a:schemeClr val="dk1"/>
                </a:solidFill>
                <a:latin typeface="Arial"/>
                <a:ea typeface="Arial"/>
                <a:cs typeface="Arial"/>
                <a:sym typeface="Arial"/>
              </a:defRPr>
            </a:lvl5pPr>
            <a:lvl6pPr marL="0" marR="0" lvl="5" indent="0" algn="r" rtl="0">
              <a:spcBef>
                <a:spcPts val="0"/>
              </a:spcBef>
              <a:buNone/>
              <a:defRPr sz="1400" b="0" i="0" u="none" strike="noStrike" cap="none">
                <a:solidFill>
                  <a:schemeClr val="dk1"/>
                </a:solidFill>
                <a:latin typeface="Arial"/>
                <a:ea typeface="Arial"/>
                <a:cs typeface="Arial"/>
                <a:sym typeface="Arial"/>
              </a:defRPr>
            </a:lvl6pPr>
            <a:lvl7pPr marL="0" marR="0" lvl="6" indent="0" algn="r" rtl="0">
              <a:spcBef>
                <a:spcPts val="0"/>
              </a:spcBef>
              <a:buNone/>
              <a:defRPr sz="1400" b="0" i="0" u="none" strike="noStrike" cap="none">
                <a:solidFill>
                  <a:schemeClr val="dk1"/>
                </a:solidFill>
                <a:latin typeface="Arial"/>
                <a:ea typeface="Arial"/>
                <a:cs typeface="Arial"/>
                <a:sym typeface="Arial"/>
              </a:defRPr>
            </a:lvl7pPr>
            <a:lvl8pPr marL="0" marR="0" lvl="7" indent="0" algn="r" rtl="0">
              <a:spcBef>
                <a:spcPts val="0"/>
              </a:spcBef>
              <a:buNone/>
              <a:defRPr sz="1400" b="0" i="0" u="none" strike="noStrike" cap="none">
                <a:solidFill>
                  <a:schemeClr val="dk1"/>
                </a:solidFill>
                <a:latin typeface="Arial"/>
                <a:ea typeface="Arial"/>
                <a:cs typeface="Arial"/>
                <a:sym typeface="Arial"/>
              </a:defRPr>
            </a:lvl8pPr>
            <a:lvl9pPr marL="0" marR="0" lvl="8" indent="0" algn="r" rtl="0">
              <a:spcBef>
                <a:spcPts val="0"/>
              </a:spcBef>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
        <p:nvSpPr>
          <p:cNvPr id="91" name="Google Shape;91;p1"/>
          <p:cNvSpPr/>
          <p:nvPr/>
        </p:nvSpPr>
        <p:spPr>
          <a:xfrm>
            <a:off x="533400" y="1335396"/>
            <a:ext cx="7848600" cy="181483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endParaRPr sz="2800" b="1" i="0" u="none" strike="noStrike" cap="none">
              <a:solidFill>
                <a:schemeClr val="dk1"/>
              </a:solidFill>
              <a:latin typeface="Arial"/>
              <a:ea typeface="Arial"/>
              <a:cs typeface="Arial"/>
              <a:sym typeface="Arial"/>
            </a:endParaRPr>
          </a:p>
          <a:p>
            <a:pPr marL="0" marR="0" lvl="0" indent="0" algn="ctr" rtl="0">
              <a:spcBef>
                <a:spcPts val="0"/>
              </a:spcBef>
              <a:spcAft>
                <a:spcPts val="0"/>
              </a:spcAft>
              <a:buNone/>
            </a:pPr>
            <a:endParaRPr sz="2800" b="1" i="0" u="none" strike="noStrike" cap="none">
              <a:solidFill>
                <a:schemeClr val="dk1"/>
              </a:solidFill>
              <a:latin typeface="Arial"/>
              <a:ea typeface="Arial"/>
              <a:cs typeface="Arial"/>
              <a:sym typeface="Arial"/>
            </a:endParaRPr>
          </a:p>
          <a:p>
            <a:pPr marL="0" marR="0" lvl="0" indent="0" algn="ctr" rtl="0">
              <a:spcBef>
                <a:spcPts val="0"/>
              </a:spcBef>
              <a:spcAft>
                <a:spcPts val="0"/>
              </a:spcAft>
              <a:buNone/>
            </a:pPr>
            <a:endParaRPr sz="2800" b="1" i="0" u="none" strike="noStrike" cap="none">
              <a:solidFill>
                <a:schemeClr val="dk1"/>
              </a:solidFill>
              <a:latin typeface="Arial"/>
              <a:ea typeface="Arial"/>
              <a:cs typeface="Arial"/>
              <a:sym typeface="Arial"/>
            </a:endParaRPr>
          </a:p>
          <a:p>
            <a:pPr marL="0" marR="0" lvl="0" indent="0" algn="ctr" rtl="0">
              <a:spcBef>
                <a:spcPts val="0"/>
              </a:spcBef>
              <a:spcAft>
                <a:spcPts val="0"/>
              </a:spcAft>
              <a:buNone/>
            </a:pPr>
            <a:endParaRPr sz="2800" b="0" i="0" u="none" strike="noStrike" cap="none">
              <a:solidFill>
                <a:schemeClr val="dk1"/>
              </a:solidFill>
              <a:latin typeface="Arial"/>
              <a:ea typeface="Arial"/>
              <a:cs typeface="Arial"/>
              <a:sym typeface="Arial"/>
            </a:endParaRPr>
          </a:p>
        </p:txBody>
      </p:sp>
      <p:sp>
        <p:nvSpPr>
          <p:cNvPr id="92" name="Google Shape;92;p1"/>
          <p:cNvSpPr txBox="1">
            <a:spLocks noGrp="1"/>
          </p:cNvSpPr>
          <p:nvPr>
            <p:ph type="body" idx="1"/>
          </p:nvPr>
        </p:nvSpPr>
        <p:spPr>
          <a:xfrm>
            <a:off x="0" y="393290"/>
            <a:ext cx="9144635" cy="1334770"/>
          </a:xfrm>
          <a:prstGeom prst="rect">
            <a:avLst/>
          </a:prstGeom>
          <a:noFill/>
          <a:ln>
            <a:noFill/>
          </a:ln>
        </p:spPr>
        <p:txBody>
          <a:bodyPr spcFirstLastPara="1" wrap="square" lIns="91425" tIns="45700" rIns="91425" bIns="45700" anchor="t" anchorCtr="0">
            <a:normAutofit fontScale="25000" lnSpcReduction="20000"/>
          </a:bodyPr>
          <a:lstStyle/>
          <a:p>
            <a:pPr marL="342900" lvl="0" indent="-292100" algn="l" rtl="0">
              <a:spcBef>
                <a:spcPts val="0"/>
              </a:spcBef>
              <a:spcAft>
                <a:spcPts val="0"/>
              </a:spcAft>
              <a:buClr>
                <a:schemeClr val="dk1"/>
              </a:buClr>
              <a:buSzPct val="100000"/>
              <a:buFont typeface="Arial"/>
              <a:buNone/>
            </a:pPr>
            <a:endParaRPr dirty="0"/>
          </a:p>
          <a:p>
            <a:pPr marL="342900" lvl="0" indent="-292100" algn="l" rtl="0">
              <a:spcBef>
                <a:spcPts val="160"/>
              </a:spcBef>
              <a:spcAft>
                <a:spcPts val="0"/>
              </a:spcAft>
              <a:buClr>
                <a:schemeClr val="dk1"/>
              </a:buClr>
              <a:buSzPct val="100000"/>
              <a:buFont typeface="Arial"/>
              <a:buNone/>
            </a:pPr>
            <a:endParaRPr dirty="0"/>
          </a:p>
          <a:p>
            <a:pPr marL="342900" lvl="0" indent="-292100" algn="l" rtl="0">
              <a:spcBef>
                <a:spcPts val="160"/>
              </a:spcBef>
              <a:spcAft>
                <a:spcPts val="0"/>
              </a:spcAft>
              <a:buClr>
                <a:schemeClr val="dk1"/>
              </a:buClr>
              <a:buSzPct val="100000"/>
              <a:buFont typeface="Arial"/>
              <a:buNone/>
            </a:pPr>
            <a:endParaRPr dirty="0"/>
          </a:p>
          <a:p>
            <a:pPr marL="0" lvl="0" indent="0" algn="l" rtl="0">
              <a:spcBef>
                <a:spcPts val="160"/>
              </a:spcBef>
              <a:spcAft>
                <a:spcPts val="0"/>
              </a:spcAft>
              <a:buClr>
                <a:schemeClr val="dk1"/>
              </a:buClr>
              <a:buSzPct val="100000"/>
              <a:buFont typeface="Arial"/>
              <a:buNone/>
            </a:pPr>
            <a:r>
              <a:rPr lang="en-IN" dirty="0"/>
              <a:t>	           </a:t>
            </a:r>
            <a:endParaRPr dirty="0"/>
          </a:p>
          <a:p>
            <a:pPr marL="0" lvl="0" indent="0" algn="l" rtl="0">
              <a:spcBef>
                <a:spcPts val="160"/>
              </a:spcBef>
              <a:spcAft>
                <a:spcPts val="0"/>
              </a:spcAft>
              <a:buClr>
                <a:schemeClr val="dk1"/>
              </a:buClr>
              <a:buSzPct val="100000"/>
              <a:buFont typeface="Arial"/>
              <a:buNone/>
            </a:pPr>
            <a:r>
              <a:rPr lang="en-IN" dirty="0"/>
              <a:t>		       </a:t>
            </a:r>
            <a:endParaRPr dirty="0"/>
          </a:p>
          <a:p>
            <a:pPr marL="0" lvl="0" indent="0" algn="l" rtl="0">
              <a:spcBef>
                <a:spcPts val="180"/>
              </a:spcBef>
              <a:spcAft>
                <a:spcPts val="0"/>
              </a:spcAft>
              <a:buClr>
                <a:schemeClr val="dk1"/>
              </a:buClr>
              <a:buSzPct val="100000"/>
              <a:buFont typeface="Arial"/>
              <a:buNone/>
            </a:pPr>
            <a:r>
              <a:rPr lang="en-IN" sz="3600" dirty="0"/>
              <a:t>                   </a:t>
            </a:r>
            <a:endParaRPr sz="3600" dirty="0"/>
          </a:p>
          <a:p>
            <a:pPr marL="0" lvl="0" indent="0" algn="l" rtl="0">
              <a:spcBef>
                <a:spcPts val="720"/>
              </a:spcBef>
              <a:spcAft>
                <a:spcPts val="0"/>
              </a:spcAft>
              <a:buClr>
                <a:schemeClr val="dk1"/>
              </a:buClr>
              <a:buSzPct val="100000"/>
              <a:buFont typeface="Arial"/>
              <a:buNone/>
            </a:pPr>
            <a:r>
              <a:rPr lang="en-IN" sz="7000" dirty="0"/>
              <a:t>                      </a:t>
            </a:r>
            <a:r>
              <a:rPr lang="en-IN" sz="14400" b="1" dirty="0">
                <a:latin typeface="Times New Roman"/>
                <a:ea typeface="Times New Roman"/>
                <a:cs typeface="Times New Roman"/>
                <a:sym typeface="Times New Roman"/>
              </a:rPr>
              <a:t>    Automatic Text Summarizer</a:t>
            </a:r>
            <a:endParaRPr sz="14400" b="1" dirty="0">
              <a:latin typeface="Times New Roman"/>
              <a:ea typeface="Times New Roman"/>
              <a:cs typeface="Times New Roman"/>
              <a:sym typeface="Times New Roman"/>
            </a:endParaRPr>
          </a:p>
          <a:p>
            <a:pPr marL="0" lvl="0" indent="0" algn="ctr" rtl="0">
              <a:spcBef>
                <a:spcPts val="560"/>
              </a:spcBef>
              <a:spcAft>
                <a:spcPts val="0"/>
              </a:spcAft>
              <a:buClr>
                <a:schemeClr val="dk1"/>
              </a:buClr>
              <a:buSzPct val="100000"/>
              <a:buFont typeface="Times New Roman"/>
              <a:buNone/>
            </a:pPr>
            <a:r>
              <a:rPr lang="en-IN" sz="11200" b="1" dirty="0">
                <a:latin typeface="Times New Roman"/>
                <a:ea typeface="Times New Roman"/>
                <a:cs typeface="Times New Roman"/>
                <a:sym typeface="Times New Roman"/>
              </a:rPr>
              <a:t>By</a:t>
            </a:r>
            <a:endParaRPr sz="11200" dirty="0"/>
          </a:p>
          <a:p>
            <a:pPr marL="0" lvl="0" indent="0" algn="l" rtl="0">
              <a:spcBef>
                <a:spcPts val="480"/>
              </a:spcBef>
              <a:spcAft>
                <a:spcPts val="0"/>
              </a:spcAft>
              <a:buClr>
                <a:schemeClr val="dk1"/>
              </a:buClr>
              <a:buSzPct val="100000"/>
              <a:buFont typeface="Arial"/>
              <a:buNone/>
            </a:pPr>
            <a:endParaRPr sz="9600" dirty="0"/>
          </a:p>
          <a:p>
            <a:pPr marL="0" lvl="0" indent="0" algn="just" rtl="0">
              <a:spcBef>
                <a:spcPts val="480"/>
              </a:spcBef>
              <a:spcAft>
                <a:spcPts val="0"/>
              </a:spcAft>
              <a:buClr>
                <a:schemeClr val="dk1"/>
              </a:buClr>
              <a:buSzPct val="100000"/>
              <a:buFont typeface="Times New Roman"/>
              <a:buNone/>
            </a:pPr>
            <a:r>
              <a:rPr lang="en-IN" sz="9600" dirty="0">
                <a:latin typeface="Times New Roman"/>
                <a:ea typeface="Times New Roman"/>
                <a:cs typeface="Times New Roman"/>
                <a:sym typeface="Times New Roman"/>
              </a:rPr>
              <a:t>		Name: Gampa Sai Sonu</a:t>
            </a:r>
          </a:p>
          <a:p>
            <a:pPr marL="0" lvl="0" indent="0" algn="just" rtl="0">
              <a:spcBef>
                <a:spcPts val="480"/>
              </a:spcBef>
              <a:spcAft>
                <a:spcPts val="0"/>
              </a:spcAft>
              <a:buClr>
                <a:schemeClr val="dk1"/>
              </a:buClr>
              <a:buSzPct val="100000"/>
              <a:buFont typeface="Times New Roman"/>
              <a:buNone/>
            </a:pPr>
            <a:r>
              <a:rPr lang="en-IN" sz="9600" dirty="0">
                <a:latin typeface="Times New Roman"/>
                <a:ea typeface="Times New Roman"/>
                <a:cs typeface="Times New Roman"/>
                <a:sym typeface="Times New Roman"/>
              </a:rPr>
              <a:t>		enrollno:23STUCHH010180</a:t>
            </a:r>
            <a:endParaRPr sz="9600" dirty="0">
              <a:latin typeface="Times New Roman"/>
              <a:ea typeface="Times New Roman"/>
              <a:cs typeface="Times New Roman"/>
              <a:sym typeface="Times New Roman"/>
            </a:endParaRPr>
          </a:p>
          <a:p>
            <a:pPr marL="0" lvl="0" indent="0" algn="ctr" rtl="0">
              <a:spcBef>
                <a:spcPts val="180"/>
              </a:spcBef>
              <a:spcAft>
                <a:spcPts val="0"/>
              </a:spcAft>
              <a:buClr>
                <a:schemeClr val="dk1"/>
              </a:buClr>
              <a:buSzPct val="100000"/>
              <a:buFont typeface="Arial"/>
              <a:buNone/>
            </a:pPr>
            <a:endParaRPr sz="3600" dirty="0">
              <a:latin typeface="Times New Roman"/>
              <a:ea typeface="Times New Roman"/>
              <a:cs typeface="Times New Roman"/>
              <a:sym typeface="Times New Roman"/>
            </a:endParaRPr>
          </a:p>
          <a:p>
            <a:pPr marL="0" lvl="0" indent="0" algn="l" rtl="0">
              <a:spcBef>
                <a:spcPts val="180"/>
              </a:spcBef>
              <a:spcAft>
                <a:spcPts val="0"/>
              </a:spcAft>
              <a:buClr>
                <a:schemeClr val="dk1"/>
              </a:buClr>
              <a:buSzPct val="100000"/>
              <a:buFont typeface="Arial"/>
              <a:buNone/>
            </a:pPr>
            <a:endParaRPr sz="3600" dirty="0">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ct val="85714"/>
              <a:buFont typeface="Arial"/>
              <a:buNone/>
            </a:pPr>
            <a:endParaRPr sz="11200" dirty="0">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ct val="300000"/>
              <a:buFont typeface="Arial"/>
              <a:buNone/>
            </a:pPr>
            <a:br>
              <a:rPr lang="en-IN" sz="3200" dirty="0"/>
            </a:br>
            <a:endParaRPr sz="3200" dirty="0"/>
          </a:p>
          <a:p>
            <a:pPr marL="0" lvl="0" indent="0" algn="l" rtl="0">
              <a:spcBef>
                <a:spcPts val="180"/>
              </a:spcBef>
              <a:spcAft>
                <a:spcPts val="0"/>
              </a:spcAft>
              <a:buClr>
                <a:schemeClr val="dk1"/>
              </a:buClr>
              <a:buSzPct val="100000"/>
              <a:buFont typeface="Arial"/>
              <a:buNone/>
            </a:pPr>
            <a:endParaRPr sz="3600" dirty="0">
              <a:latin typeface="Times New Roman"/>
              <a:ea typeface="Times New Roman"/>
              <a:cs typeface="Times New Roman"/>
              <a:sym typeface="Times New Roman"/>
            </a:endParaRPr>
          </a:p>
          <a:p>
            <a:pPr marL="0" lvl="0" indent="0" algn="l" rtl="0">
              <a:spcBef>
                <a:spcPts val="180"/>
              </a:spcBef>
              <a:spcAft>
                <a:spcPts val="0"/>
              </a:spcAft>
              <a:buClr>
                <a:schemeClr val="dk1"/>
              </a:buClr>
              <a:buSzPct val="100000"/>
              <a:buFont typeface="Times New Roman"/>
              <a:buNone/>
            </a:pPr>
            <a:r>
              <a:rPr lang="en-IN" sz="3600" dirty="0">
                <a:latin typeface="Times New Roman"/>
                <a:ea typeface="Times New Roman"/>
                <a:cs typeface="Times New Roman"/>
                <a:sym typeface="Times New Roman"/>
              </a:rPr>
              <a:t>         </a:t>
            </a:r>
            <a:endParaRPr sz="3600" dirty="0">
              <a:latin typeface="Times New Roman"/>
              <a:ea typeface="Times New Roman"/>
              <a:cs typeface="Times New Roman"/>
              <a:sym typeface="Times New Roman"/>
            </a:endParaRPr>
          </a:p>
          <a:p>
            <a:pPr marL="0" lvl="0" indent="0" algn="l" rtl="0">
              <a:spcBef>
                <a:spcPts val="180"/>
              </a:spcBef>
              <a:spcAft>
                <a:spcPts val="0"/>
              </a:spcAft>
              <a:buClr>
                <a:schemeClr val="dk1"/>
              </a:buClr>
              <a:buSzPct val="100000"/>
              <a:buFont typeface="Arial"/>
              <a:buNone/>
            </a:pPr>
            <a:endParaRPr sz="3600" dirty="0">
              <a:latin typeface="Times New Roman"/>
              <a:ea typeface="Times New Roman"/>
              <a:cs typeface="Times New Roman"/>
              <a:sym typeface="Times New Roman"/>
            </a:endParaRPr>
          </a:p>
          <a:p>
            <a:pPr marL="0" lvl="0" indent="0" algn="l" rtl="0">
              <a:spcBef>
                <a:spcPts val="180"/>
              </a:spcBef>
              <a:spcAft>
                <a:spcPts val="0"/>
              </a:spcAft>
              <a:buClr>
                <a:schemeClr val="dk1"/>
              </a:buClr>
              <a:buSzPct val="100000"/>
              <a:buFont typeface="Arial"/>
              <a:buNone/>
            </a:pPr>
            <a:endParaRPr sz="3600" dirty="0">
              <a:latin typeface="Times New Roman"/>
              <a:ea typeface="Times New Roman"/>
              <a:cs typeface="Times New Roman"/>
              <a:sym typeface="Times New Roman"/>
            </a:endParaRPr>
          </a:p>
          <a:p>
            <a:pPr marL="0" lvl="0" indent="0" algn="l" rtl="0">
              <a:spcBef>
                <a:spcPts val="180"/>
              </a:spcBef>
              <a:spcAft>
                <a:spcPts val="0"/>
              </a:spcAft>
              <a:buClr>
                <a:schemeClr val="dk1"/>
              </a:buClr>
              <a:buSzPct val="100000"/>
              <a:buFont typeface="Arial"/>
              <a:buNone/>
            </a:pPr>
            <a:endParaRPr sz="3600" dirty="0">
              <a:latin typeface="Times New Roman"/>
              <a:ea typeface="Times New Roman"/>
              <a:cs typeface="Times New Roman"/>
              <a:sym typeface="Times New Roman"/>
            </a:endParaRPr>
          </a:p>
          <a:p>
            <a:pPr marL="0" lvl="0" indent="0" algn="l" rtl="0">
              <a:spcBef>
                <a:spcPts val="180"/>
              </a:spcBef>
              <a:spcAft>
                <a:spcPts val="0"/>
              </a:spcAft>
              <a:buClr>
                <a:schemeClr val="dk1"/>
              </a:buClr>
              <a:buSzPct val="100000"/>
              <a:buFont typeface="Arial"/>
              <a:buNone/>
            </a:pPr>
            <a:endParaRPr sz="3600" dirty="0">
              <a:latin typeface="Times New Roman"/>
              <a:ea typeface="Times New Roman"/>
              <a:cs typeface="Times New Roman"/>
              <a:sym typeface="Times New Roman"/>
            </a:endParaRPr>
          </a:p>
          <a:p>
            <a:pPr marL="0" lvl="0" indent="0" algn="l" rtl="0">
              <a:spcBef>
                <a:spcPts val="180"/>
              </a:spcBef>
              <a:spcAft>
                <a:spcPts val="0"/>
              </a:spcAft>
              <a:buClr>
                <a:schemeClr val="dk1"/>
              </a:buClr>
              <a:buSzPct val="100000"/>
              <a:buFont typeface="Arial"/>
              <a:buNone/>
            </a:pPr>
            <a:endParaRPr sz="3600" dirty="0">
              <a:latin typeface="Times New Roman"/>
              <a:ea typeface="Times New Roman"/>
              <a:cs typeface="Times New Roman"/>
              <a:sym typeface="Times New Roman"/>
            </a:endParaRPr>
          </a:p>
          <a:p>
            <a:pPr marL="0" lvl="0" indent="0" algn="l" rtl="0">
              <a:spcBef>
                <a:spcPts val="160"/>
              </a:spcBef>
              <a:spcAft>
                <a:spcPts val="0"/>
              </a:spcAft>
              <a:buClr>
                <a:schemeClr val="dk1"/>
              </a:buClr>
              <a:buSzPct val="100000"/>
              <a:buFont typeface="Arial"/>
              <a:buNone/>
            </a:pPr>
            <a:endParaRPr dirty="0">
              <a:latin typeface="Times New Roman"/>
              <a:ea typeface="Times New Roman"/>
              <a:cs typeface="Times New Roman"/>
              <a:sym typeface="Times New Roman"/>
            </a:endParaRPr>
          </a:p>
          <a:p>
            <a:pPr marL="0" lvl="0" indent="0" algn="l" rtl="0">
              <a:spcBef>
                <a:spcPts val="160"/>
              </a:spcBef>
              <a:spcAft>
                <a:spcPts val="0"/>
              </a:spcAft>
              <a:buClr>
                <a:schemeClr val="dk1"/>
              </a:buClr>
              <a:buSzPct val="100000"/>
              <a:buFont typeface="Times New Roman"/>
              <a:buNone/>
            </a:pPr>
            <a:r>
              <a:rPr lang="en-IN"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a:p>
            <a:pPr marL="0" lvl="0" indent="0" algn="l" rtl="0">
              <a:spcBef>
                <a:spcPts val="190"/>
              </a:spcBef>
              <a:spcAft>
                <a:spcPts val="0"/>
              </a:spcAft>
              <a:buClr>
                <a:schemeClr val="dk1"/>
              </a:buClr>
              <a:buSzPct val="100000"/>
              <a:buFont typeface="Arial"/>
              <a:buNone/>
            </a:pPr>
            <a:br>
              <a:rPr lang="en-IN" sz="3800" dirty="0"/>
            </a:br>
            <a:endParaRPr sz="3800" dirty="0"/>
          </a:p>
          <a:p>
            <a:pPr marL="0" lvl="0" indent="0" algn="l" rtl="0">
              <a:spcBef>
                <a:spcPts val="160"/>
              </a:spcBef>
              <a:spcAft>
                <a:spcPts val="0"/>
              </a:spcAft>
              <a:buClr>
                <a:schemeClr val="dk1"/>
              </a:buClr>
              <a:buSzPct val="100000"/>
              <a:buFont typeface="Times New Roman"/>
              <a:buNone/>
            </a:pPr>
            <a:br>
              <a:rPr lang="en-IN" dirty="0">
                <a:latin typeface="Times New Roman"/>
                <a:ea typeface="Times New Roman"/>
                <a:cs typeface="Times New Roman"/>
                <a:sym typeface="Times New Roman"/>
              </a:rPr>
            </a:br>
            <a:br>
              <a:rPr lang="en-IN" dirty="0">
                <a:latin typeface="Times New Roman"/>
                <a:ea typeface="Times New Roman"/>
                <a:cs typeface="Times New Roman"/>
                <a:sym typeface="Times New Roman"/>
              </a:rPr>
            </a:br>
            <a:endParaRPr dirty="0"/>
          </a:p>
          <a:p>
            <a:pPr marL="342900" lvl="0" indent="-292100" algn="l" rtl="0">
              <a:spcBef>
                <a:spcPts val="160"/>
              </a:spcBef>
              <a:spcAft>
                <a:spcPts val="0"/>
              </a:spcAft>
              <a:buClr>
                <a:schemeClr val="dk1"/>
              </a:buClr>
              <a:buSzPct val="100000"/>
              <a:buFont typeface="Arial"/>
              <a:buNone/>
            </a:pPr>
            <a:endParaRPr dirty="0"/>
          </a:p>
        </p:txBody>
      </p:sp>
      <p:sp>
        <p:nvSpPr>
          <p:cNvPr id="95" name="Google Shape;95;p1"/>
          <p:cNvSpPr txBox="1"/>
          <p:nvPr/>
        </p:nvSpPr>
        <p:spPr>
          <a:xfrm>
            <a:off x="2166620" y="4531360"/>
            <a:ext cx="4582160" cy="1344295"/>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2400"/>
              <a:buFont typeface="Times New Roman"/>
              <a:buNone/>
            </a:pPr>
            <a:r>
              <a:rPr lang="en-IN" sz="2400" b="0" i="0" u="none" strike="noStrike" cap="none" dirty="0">
                <a:solidFill>
                  <a:schemeClr val="dk1"/>
                </a:solidFill>
                <a:latin typeface="Times New Roman"/>
                <a:ea typeface="Times New Roman"/>
                <a:cs typeface="Times New Roman"/>
                <a:sym typeface="Times New Roman"/>
              </a:rPr>
              <a:t>Under the Guidance of </a:t>
            </a:r>
            <a:endParaRPr sz="24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90000"/>
              </a:lnSpc>
              <a:spcBef>
                <a:spcPts val="1000"/>
              </a:spcBef>
              <a:spcAft>
                <a:spcPts val="0"/>
              </a:spcAft>
              <a:buClr>
                <a:schemeClr val="dk1"/>
              </a:buClr>
              <a:buSzPts val="2400"/>
              <a:buFont typeface="Times New Roman"/>
              <a:buNone/>
            </a:pPr>
            <a:r>
              <a:rPr lang="en-IN" sz="2400" b="1" dirty="0" err="1">
                <a:solidFill>
                  <a:schemeClr val="dk1"/>
                </a:solidFill>
                <a:latin typeface="Times New Roman"/>
                <a:ea typeface="Times New Roman"/>
                <a:cs typeface="Times New Roman"/>
                <a:sym typeface="Times New Roman"/>
              </a:rPr>
              <a:t>L.Lakshmi</a:t>
            </a:r>
            <a:endParaRPr sz="24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90000"/>
              </a:lnSpc>
              <a:spcBef>
                <a:spcPts val="1000"/>
              </a:spcBef>
              <a:spcAft>
                <a:spcPts val="0"/>
              </a:spcAft>
              <a:buClr>
                <a:schemeClr val="dk1"/>
              </a:buClr>
              <a:buSzPts val="2400"/>
              <a:buFont typeface="Times New Roman"/>
              <a:buNone/>
            </a:pPr>
            <a:r>
              <a:rPr lang="en-IN" sz="2400" b="1" i="0" u="none" strike="noStrike" cap="none" dirty="0">
                <a:solidFill>
                  <a:schemeClr val="dk1"/>
                </a:solidFill>
                <a:latin typeface="Times New Roman"/>
                <a:ea typeface="Times New Roman"/>
                <a:cs typeface="Times New Roman"/>
                <a:sym typeface="Times New Roman"/>
              </a:rPr>
              <a:t> (</a:t>
            </a:r>
            <a:r>
              <a:rPr lang="en-IN" sz="2400" b="1" i="0" u="none" strike="noStrike" cap="none" dirty="0" err="1">
                <a:solidFill>
                  <a:schemeClr val="dk1"/>
                </a:solidFill>
                <a:latin typeface="Times New Roman"/>
                <a:ea typeface="Times New Roman"/>
                <a:cs typeface="Times New Roman"/>
                <a:sym typeface="Times New Roman"/>
              </a:rPr>
              <a:t>Assisstant</a:t>
            </a:r>
            <a:r>
              <a:rPr lang="en-IN" sz="2400" b="1" i="0" u="none" strike="noStrike" cap="none" dirty="0">
                <a:solidFill>
                  <a:schemeClr val="dk1"/>
                </a:solidFill>
                <a:latin typeface="Times New Roman"/>
                <a:ea typeface="Times New Roman"/>
                <a:cs typeface="Times New Roman"/>
                <a:sym typeface="Times New Roman"/>
              </a:rPr>
              <a:t> Professor)</a:t>
            </a:r>
            <a:endParaRPr sz="24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a:spLocks noGrp="1"/>
          </p:cNvSpPr>
          <p:nvPr>
            <p:ph type="title"/>
          </p:nvPr>
        </p:nvSpPr>
        <p:spPr>
          <a:xfrm>
            <a:off x="394375" y="1184675"/>
            <a:ext cx="8229600" cy="582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sz="3200" b="1" u="sng">
                <a:latin typeface="Times New Roman"/>
                <a:ea typeface="Times New Roman"/>
                <a:cs typeface="Times New Roman"/>
                <a:sym typeface="Times New Roman"/>
              </a:rPr>
              <a:t>CONTENTS</a:t>
            </a:r>
            <a:r>
              <a:rPr lang="en-IN" b="1">
                <a:latin typeface="Times New Roman"/>
                <a:ea typeface="Times New Roman"/>
                <a:cs typeface="Times New Roman"/>
                <a:sym typeface="Times New Roman"/>
              </a:rPr>
              <a:t>:</a:t>
            </a:r>
            <a:endParaRPr b="1">
              <a:latin typeface="Times New Roman"/>
              <a:ea typeface="Times New Roman"/>
              <a:cs typeface="Times New Roman"/>
              <a:sym typeface="Times New Roman"/>
            </a:endParaRPr>
          </a:p>
        </p:txBody>
      </p:sp>
      <p:sp>
        <p:nvSpPr>
          <p:cNvPr id="101" name="Google Shape;101;p2"/>
          <p:cNvSpPr txBox="1">
            <a:spLocks noGrp="1"/>
          </p:cNvSpPr>
          <p:nvPr>
            <p:ph type="body" idx="1"/>
          </p:nvPr>
        </p:nvSpPr>
        <p:spPr>
          <a:xfrm>
            <a:off x="591150" y="2277375"/>
            <a:ext cx="6735600" cy="3281400"/>
          </a:xfrm>
          <a:prstGeom prst="rect">
            <a:avLst/>
          </a:prstGeom>
          <a:noFill/>
          <a:ln>
            <a:noFill/>
          </a:ln>
        </p:spPr>
        <p:txBody>
          <a:bodyPr spcFirstLastPara="1" wrap="square" lIns="91425" tIns="45700" rIns="91425" bIns="45700" anchor="t" anchorCtr="0">
            <a:normAutofit/>
          </a:bodyPr>
          <a:lstStyle/>
          <a:p>
            <a:pPr marL="342900" lvl="0" indent="-342900" algn="l" rtl="0">
              <a:spcBef>
                <a:spcPts val="560"/>
              </a:spcBef>
              <a:spcAft>
                <a:spcPts val="0"/>
              </a:spcAft>
              <a:buSzPts val="2800"/>
              <a:buFont typeface="Bell MT"/>
              <a:buChar char="•"/>
            </a:pPr>
            <a:r>
              <a:rPr lang="en-IN" sz="2800">
                <a:latin typeface="Bell MT"/>
                <a:ea typeface="Bell MT"/>
                <a:cs typeface="Bell MT"/>
                <a:sym typeface="Bell MT"/>
              </a:rPr>
              <a:t>Objectives</a:t>
            </a:r>
            <a:endParaRPr sz="2800">
              <a:latin typeface="Bell MT"/>
              <a:ea typeface="Bell MT"/>
              <a:cs typeface="Bell MT"/>
              <a:sym typeface="Bell MT"/>
            </a:endParaRPr>
          </a:p>
          <a:p>
            <a:pPr marL="342900" lvl="0" indent="-342900" algn="l" rtl="0">
              <a:spcBef>
                <a:spcPts val="560"/>
              </a:spcBef>
              <a:spcAft>
                <a:spcPts val="0"/>
              </a:spcAft>
              <a:buSzPts val="2800"/>
              <a:buFont typeface="Bell MT"/>
              <a:buChar char="•"/>
            </a:pPr>
            <a:r>
              <a:rPr lang="en-IN" sz="2800">
                <a:latin typeface="Bell MT"/>
                <a:ea typeface="Bell MT"/>
                <a:cs typeface="Bell MT"/>
                <a:sym typeface="Bell MT"/>
              </a:rPr>
              <a:t>Existing System</a:t>
            </a:r>
            <a:endParaRPr sz="2800">
              <a:latin typeface="Bell MT"/>
              <a:ea typeface="Bell MT"/>
              <a:cs typeface="Bell MT"/>
              <a:sym typeface="Bell MT"/>
            </a:endParaRPr>
          </a:p>
          <a:p>
            <a:pPr marL="342900" lvl="0" indent="-342900" algn="l" rtl="0">
              <a:spcBef>
                <a:spcPts val="560"/>
              </a:spcBef>
              <a:spcAft>
                <a:spcPts val="0"/>
              </a:spcAft>
              <a:buSzPts val="2800"/>
              <a:buFont typeface="Bell MT"/>
              <a:buChar char="•"/>
            </a:pPr>
            <a:r>
              <a:rPr lang="en-IN" sz="2800">
                <a:latin typeface="Bell MT"/>
                <a:ea typeface="Bell MT"/>
                <a:cs typeface="Bell MT"/>
                <a:sym typeface="Bell MT"/>
              </a:rPr>
              <a:t>Proposed System</a:t>
            </a:r>
            <a:endParaRPr sz="2800">
              <a:latin typeface="Bell MT"/>
              <a:ea typeface="Bell MT"/>
              <a:cs typeface="Bell MT"/>
              <a:sym typeface="Bell MT"/>
            </a:endParaRPr>
          </a:p>
          <a:p>
            <a:pPr marL="342900" lvl="0" indent="-342900" algn="l" rtl="0">
              <a:spcBef>
                <a:spcPts val="560"/>
              </a:spcBef>
              <a:spcAft>
                <a:spcPts val="0"/>
              </a:spcAft>
              <a:buSzPts val="2800"/>
              <a:buFont typeface="Bell MT"/>
              <a:buChar char="•"/>
            </a:pPr>
            <a:r>
              <a:rPr lang="en-IN" sz="2800">
                <a:latin typeface="Bell MT"/>
                <a:ea typeface="Bell MT"/>
                <a:cs typeface="Bell MT"/>
                <a:sym typeface="Bell MT"/>
              </a:rPr>
              <a:t>Hardware and Software Requirements</a:t>
            </a:r>
            <a:endParaRPr sz="2800">
              <a:latin typeface="Bell MT"/>
              <a:ea typeface="Bell MT"/>
              <a:cs typeface="Bell MT"/>
              <a:sym typeface="Bell MT"/>
            </a:endParaRPr>
          </a:p>
        </p:txBody>
      </p:sp>
      <p:pic>
        <p:nvPicPr>
          <p:cNvPr id="102" name="Google Shape;102;p2"/>
          <p:cNvPicPr preferRelativeResize="0"/>
          <p:nvPr/>
        </p:nvPicPr>
        <p:blipFill>
          <a:blip r:embed="rId3">
            <a:alphaModFix/>
          </a:blip>
          <a:stretch>
            <a:fillRect/>
          </a:stretch>
        </p:blipFill>
        <p:spPr>
          <a:xfrm>
            <a:off x="4192475" y="381000"/>
            <a:ext cx="4238625" cy="2384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title"/>
          </p:nvPr>
        </p:nvSpPr>
        <p:spPr>
          <a:xfrm>
            <a:off x="457200" y="885000"/>
            <a:ext cx="8229600" cy="582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sz="4000" b="1" u="sng">
                <a:latin typeface="Times New Roman"/>
                <a:ea typeface="Times New Roman"/>
                <a:cs typeface="Times New Roman"/>
                <a:sym typeface="Times New Roman"/>
              </a:rPr>
              <a:t>Objectives:</a:t>
            </a:r>
            <a:endParaRPr sz="4000" b="1" u="sng">
              <a:latin typeface="Times New Roman"/>
              <a:ea typeface="Times New Roman"/>
              <a:cs typeface="Times New Roman"/>
              <a:sym typeface="Times New Roman"/>
            </a:endParaRPr>
          </a:p>
        </p:txBody>
      </p:sp>
      <p:sp>
        <p:nvSpPr>
          <p:cNvPr id="108" name="Google Shape;108;p4"/>
          <p:cNvSpPr txBox="1"/>
          <p:nvPr/>
        </p:nvSpPr>
        <p:spPr>
          <a:xfrm>
            <a:off x="605100" y="1937850"/>
            <a:ext cx="7364100" cy="261660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800"/>
              <a:buFont typeface="Noto Sans Symbols"/>
              <a:buChar char="⮚"/>
            </a:pPr>
            <a:r>
              <a:rPr lang="en-IN" sz="2800">
                <a:solidFill>
                  <a:schemeClr val="dk1"/>
                </a:solidFill>
                <a:latin typeface="Bell MT"/>
                <a:ea typeface="Bell MT"/>
                <a:cs typeface="Bell MT"/>
                <a:sym typeface="Bell MT"/>
              </a:rPr>
              <a:t>The main objective </a:t>
            </a:r>
            <a:r>
              <a:rPr lang="en-IN" sz="2600">
                <a:solidFill>
                  <a:schemeClr val="dk1"/>
                </a:solidFill>
                <a:latin typeface="Bell MT"/>
                <a:ea typeface="Bell MT"/>
                <a:cs typeface="Bell MT"/>
                <a:sym typeface="Bell MT"/>
              </a:rPr>
              <a:t>is to reduce a given body of text to a fraction of its size, maintaining coherence and semantics.</a:t>
            </a:r>
            <a:endParaRPr sz="2800">
              <a:solidFill>
                <a:schemeClr val="dk1"/>
              </a:solidFill>
              <a:latin typeface="Bell MT"/>
              <a:ea typeface="Bell MT"/>
              <a:cs typeface="Bell MT"/>
              <a:sym typeface="Bell MT"/>
            </a:endParaRPr>
          </a:p>
          <a:p>
            <a:pPr marL="342900" marR="0" lvl="0" indent="-342900" algn="l" rtl="0">
              <a:spcBef>
                <a:spcPts val="0"/>
              </a:spcBef>
              <a:spcAft>
                <a:spcPts val="0"/>
              </a:spcAft>
              <a:buClr>
                <a:schemeClr val="dk1"/>
              </a:buClr>
              <a:buSzPts val="2800"/>
              <a:buFont typeface="Noto Sans Symbols"/>
              <a:buChar char="⮚"/>
            </a:pPr>
            <a:r>
              <a:rPr lang="en-IN" sz="2800">
                <a:solidFill>
                  <a:schemeClr val="dk1"/>
                </a:solidFill>
                <a:latin typeface="Bell MT"/>
                <a:ea typeface="Bell MT"/>
                <a:cs typeface="Bell MT"/>
                <a:sym typeface="Bell MT"/>
              </a:rPr>
              <a:t>To reduce the reading time. While researching documents, summaries make selection process easier. </a:t>
            </a:r>
            <a:endParaRPr sz="2800">
              <a:solidFill>
                <a:schemeClr val="dk1"/>
              </a:solidFill>
              <a:latin typeface="Bell MT"/>
              <a:ea typeface="Bell MT"/>
              <a:cs typeface="Bell MT"/>
              <a:sym typeface="Bell MT"/>
            </a:endParaRPr>
          </a:p>
        </p:txBody>
      </p:sp>
      <p:pic>
        <p:nvPicPr>
          <p:cNvPr id="109" name="Google Shape;109;p4"/>
          <p:cNvPicPr preferRelativeResize="0"/>
          <p:nvPr/>
        </p:nvPicPr>
        <p:blipFill>
          <a:blip r:embed="rId3">
            <a:alphaModFix/>
          </a:blip>
          <a:stretch>
            <a:fillRect/>
          </a:stretch>
        </p:blipFill>
        <p:spPr>
          <a:xfrm>
            <a:off x="2606888" y="4425575"/>
            <a:ext cx="3360536" cy="1998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5"/>
          <p:cNvSpPr txBox="1">
            <a:spLocks noGrp="1"/>
          </p:cNvSpPr>
          <p:nvPr>
            <p:ph type="title"/>
          </p:nvPr>
        </p:nvSpPr>
        <p:spPr>
          <a:xfrm>
            <a:off x="148550" y="672625"/>
            <a:ext cx="6796200" cy="582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sz="4000" b="1" u="sng">
                <a:latin typeface="Times New Roman"/>
                <a:ea typeface="Times New Roman"/>
                <a:cs typeface="Times New Roman"/>
                <a:sym typeface="Times New Roman"/>
              </a:rPr>
              <a:t>Existing System:</a:t>
            </a:r>
            <a:br>
              <a:rPr lang="en-IN">
                <a:latin typeface="Bell MT"/>
                <a:ea typeface="Bell MT"/>
                <a:cs typeface="Bell MT"/>
                <a:sym typeface="Bell MT"/>
              </a:rPr>
            </a:br>
            <a:endParaRPr/>
          </a:p>
        </p:txBody>
      </p:sp>
      <p:sp>
        <p:nvSpPr>
          <p:cNvPr id="115" name="Google Shape;115;p5"/>
          <p:cNvSpPr txBox="1"/>
          <p:nvPr/>
        </p:nvSpPr>
        <p:spPr>
          <a:xfrm>
            <a:off x="789601" y="1411475"/>
            <a:ext cx="7092900" cy="4155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a:solidFill>
                  <a:schemeClr val="dk1"/>
                </a:solidFill>
                <a:latin typeface="Bell MT"/>
                <a:ea typeface="Bell MT"/>
                <a:cs typeface="Bell MT"/>
                <a:sym typeface="Bell MT"/>
              </a:rPr>
              <a:t>Model Evaluation: </a:t>
            </a:r>
            <a:endParaRPr sz="2400">
              <a:solidFill>
                <a:schemeClr val="dk1"/>
              </a:solidFill>
              <a:latin typeface="Bell MT"/>
              <a:ea typeface="Bell MT"/>
              <a:cs typeface="Bell MT"/>
              <a:sym typeface="Bell MT"/>
            </a:endParaRPr>
          </a:p>
          <a:p>
            <a:pPr marL="342900" marR="0" lvl="0" indent="-342900" algn="l" rtl="0">
              <a:spcBef>
                <a:spcPts val="0"/>
              </a:spcBef>
              <a:spcAft>
                <a:spcPts val="0"/>
              </a:spcAft>
              <a:buClr>
                <a:schemeClr val="dk1"/>
              </a:buClr>
              <a:buSzPts val="2400"/>
              <a:buFont typeface="Arial"/>
              <a:buChar char="•"/>
            </a:pPr>
            <a:r>
              <a:rPr lang="en-IN" sz="2400">
                <a:solidFill>
                  <a:schemeClr val="dk1"/>
                </a:solidFill>
                <a:latin typeface="Bell MT"/>
                <a:ea typeface="Bell MT"/>
                <a:cs typeface="Bell MT"/>
                <a:sym typeface="Bell MT"/>
              </a:rPr>
              <a:t>A summary is a text that is produced out of one or more texts, that contains the same information of the original text, and that is no longer than half of the original text.</a:t>
            </a:r>
            <a:endParaRPr sz="2400">
              <a:solidFill>
                <a:schemeClr val="dk1"/>
              </a:solidFill>
              <a:latin typeface="Bell MT"/>
              <a:ea typeface="Bell MT"/>
              <a:cs typeface="Bell MT"/>
              <a:sym typeface="Bell MT"/>
            </a:endParaRPr>
          </a:p>
          <a:p>
            <a:pPr marL="0" marR="0" lvl="0" indent="0" algn="l" rtl="0">
              <a:spcBef>
                <a:spcPts val="0"/>
              </a:spcBef>
              <a:spcAft>
                <a:spcPts val="0"/>
              </a:spcAft>
              <a:buNone/>
            </a:pPr>
            <a:r>
              <a:rPr lang="en-IN" sz="2400">
                <a:solidFill>
                  <a:schemeClr val="dk1"/>
                </a:solidFill>
                <a:latin typeface="Bell MT"/>
                <a:ea typeface="Bell MT"/>
                <a:cs typeface="Bell MT"/>
                <a:sym typeface="Bell MT"/>
              </a:rPr>
              <a:t>Any summary can be characterized by three major classes of characteristics:</a:t>
            </a:r>
            <a:endParaRPr sz="2400">
              <a:solidFill>
                <a:schemeClr val="dk1"/>
              </a:solidFill>
              <a:latin typeface="Bell MT"/>
              <a:ea typeface="Bell MT"/>
              <a:cs typeface="Bell MT"/>
              <a:sym typeface="Bell MT"/>
            </a:endParaRPr>
          </a:p>
          <a:p>
            <a:pPr marL="342900" marR="0" lvl="0" indent="-342900" algn="l" rtl="0">
              <a:spcBef>
                <a:spcPts val="0"/>
              </a:spcBef>
              <a:spcAft>
                <a:spcPts val="0"/>
              </a:spcAft>
              <a:buClr>
                <a:schemeClr val="dk1"/>
              </a:buClr>
              <a:buSzPts val="2400"/>
              <a:buFont typeface="Noto Sans Symbols"/>
              <a:buChar char="⮚"/>
            </a:pPr>
            <a:r>
              <a:rPr lang="en-IN" sz="2400" b="1">
                <a:solidFill>
                  <a:schemeClr val="dk1"/>
                </a:solidFill>
                <a:latin typeface="Bell MT"/>
                <a:ea typeface="Bell MT"/>
                <a:cs typeface="Bell MT"/>
                <a:sym typeface="Bell MT"/>
              </a:rPr>
              <a:t>Input</a:t>
            </a:r>
            <a:r>
              <a:rPr lang="en-IN" sz="2400">
                <a:solidFill>
                  <a:schemeClr val="dk1"/>
                </a:solidFill>
                <a:latin typeface="Bell MT"/>
                <a:ea typeface="Bell MT"/>
                <a:cs typeface="Bell MT"/>
                <a:sym typeface="Bell MT"/>
              </a:rPr>
              <a:t>: characteristics of the source text</a:t>
            </a:r>
            <a:endParaRPr sz="2400">
              <a:solidFill>
                <a:schemeClr val="dk1"/>
              </a:solidFill>
              <a:latin typeface="Bell MT"/>
              <a:ea typeface="Bell MT"/>
              <a:cs typeface="Bell MT"/>
              <a:sym typeface="Bell MT"/>
            </a:endParaRPr>
          </a:p>
          <a:p>
            <a:pPr marL="342900" marR="0" lvl="0" indent="-342900" algn="l" rtl="0">
              <a:spcBef>
                <a:spcPts val="0"/>
              </a:spcBef>
              <a:spcAft>
                <a:spcPts val="0"/>
              </a:spcAft>
              <a:buClr>
                <a:schemeClr val="dk1"/>
              </a:buClr>
              <a:buSzPts val="2400"/>
              <a:buFont typeface="Noto Sans Symbols"/>
              <a:buChar char="⮚"/>
            </a:pPr>
            <a:r>
              <a:rPr lang="en-IN" sz="2400" b="1">
                <a:solidFill>
                  <a:schemeClr val="dk1"/>
                </a:solidFill>
                <a:latin typeface="Bell MT"/>
                <a:ea typeface="Bell MT"/>
                <a:cs typeface="Bell MT"/>
                <a:sym typeface="Bell MT"/>
              </a:rPr>
              <a:t>Source size</a:t>
            </a:r>
            <a:r>
              <a:rPr lang="en-IN" sz="2400">
                <a:solidFill>
                  <a:schemeClr val="dk1"/>
                </a:solidFill>
                <a:latin typeface="Bell MT"/>
                <a:ea typeface="Bell MT"/>
                <a:cs typeface="Bell MT"/>
                <a:sym typeface="Bell MT"/>
              </a:rPr>
              <a:t>: single-document vs. multi-document</a:t>
            </a:r>
            <a:endParaRPr sz="2400">
              <a:solidFill>
                <a:schemeClr val="dk1"/>
              </a:solidFill>
              <a:latin typeface="Bell MT"/>
              <a:ea typeface="Bell MT"/>
              <a:cs typeface="Bell MT"/>
              <a:sym typeface="Bell MT"/>
            </a:endParaRPr>
          </a:p>
          <a:p>
            <a:pPr marL="342900" marR="0" lvl="0" indent="-342900" algn="l" rtl="0">
              <a:spcBef>
                <a:spcPts val="0"/>
              </a:spcBef>
              <a:spcAft>
                <a:spcPts val="0"/>
              </a:spcAft>
              <a:buClr>
                <a:schemeClr val="dk1"/>
              </a:buClr>
              <a:buSzPts val="2400"/>
              <a:buFont typeface="Noto Sans Symbols"/>
              <a:buChar char="⮚"/>
            </a:pPr>
            <a:r>
              <a:rPr lang="en-IN" sz="2400" b="1">
                <a:solidFill>
                  <a:schemeClr val="dk1"/>
                </a:solidFill>
                <a:latin typeface="Bell MT"/>
                <a:ea typeface="Bell MT"/>
                <a:cs typeface="Bell MT"/>
                <a:sym typeface="Bell MT"/>
              </a:rPr>
              <a:t>Specificity</a:t>
            </a:r>
            <a:r>
              <a:rPr lang="en-IN" sz="2400">
                <a:solidFill>
                  <a:schemeClr val="dk1"/>
                </a:solidFill>
                <a:latin typeface="Bell MT"/>
                <a:ea typeface="Bell MT"/>
                <a:cs typeface="Bell MT"/>
                <a:sym typeface="Bell MT"/>
              </a:rPr>
              <a:t>: domain-specific vs. general</a:t>
            </a:r>
            <a:endParaRPr sz="2400">
              <a:solidFill>
                <a:schemeClr val="dk1"/>
              </a:solidFill>
              <a:latin typeface="Bell MT"/>
              <a:ea typeface="Bell MT"/>
              <a:cs typeface="Bell MT"/>
              <a:sym typeface="Bell MT"/>
            </a:endParaRPr>
          </a:p>
          <a:p>
            <a:pPr marL="0" marR="0" lvl="0" indent="0" algn="l" rtl="0">
              <a:spcBef>
                <a:spcPts val="0"/>
              </a:spcBef>
              <a:spcAft>
                <a:spcPts val="0"/>
              </a:spcAft>
              <a:buNone/>
            </a:pPr>
            <a:endParaRPr sz="2400">
              <a:solidFill>
                <a:schemeClr val="dk1"/>
              </a:solidFill>
              <a:latin typeface="Bell MT"/>
              <a:ea typeface="Bell MT"/>
              <a:cs typeface="Bell MT"/>
              <a:sym typeface="Bel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6"/>
          <p:cNvSpPr/>
          <p:nvPr/>
        </p:nvSpPr>
        <p:spPr>
          <a:xfrm>
            <a:off x="-914400" y="1676400"/>
            <a:ext cx="8229600" cy="582613"/>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br>
              <a:rPr lang="en-IN" sz="3600">
                <a:solidFill>
                  <a:srgbClr val="0E457B"/>
                </a:solidFill>
                <a:latin typeface="Bell MT"/>
                <a:ea typeface="Bell MT"/>
                <a:cs typeface="Bell MT"/>
                <a:sym typeface="Bell MT"/>
              </a:rPr>
            </a:br>
            <a:endParaRPr sz="3600">
              <a:solidFill>
                <a:schemeClr val="dk1"/>
              </a:solidFill>
              <a:latin typeface="Arial"/>
              <a:ea typeface="Arial"/>
              <a:cs typeface="Arial"/>
              <a:sym typeface="Arial"/>
            </a:endParaRPr>
          </a:p>
        </p:txBody>
      </p:sp>
      <p:sp>
        <p:nvSpPr>
          <p:cNvPr id="121" name="Google Shape;121;p6"/>
          <p:cNvSpPr txBox="1"/>
          <p:nvPr/>
        </p:nvSpPr>
        <p:spPr>
          <a:xfrm>
            <a:off x="923227" y="1676400"/>
            <a:ext cx="6785400" cy="3786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a:solidFill>
                  <a:schemeClr val="dk1"/>
                </a:solidFill>
                <a:latin typeface="Bell MT"/>
                <a:ea typeface="Bell MT"/>
                <a:cs typeface="Bell MT"/>
                <a:sym typeface="Bell MT"/>
              </a:rPr>
              <a:t>We generalized several privileged positions, such as first and last sentences results, developing a method for automatically identifying the sentence positions most likely to yield good summary sentences. The training phase of this method calculates the yield of each sentence position by comparing the similarity between human-created abstracts and the contents of the sentence in each ordinal position in the corresponding texts. </a:t>
            </a:r>
            <a:endParaRPr sz="2400">
              <a:solidFill>
                <a:schemeClr val="dk1"/>
              </a:solidFill>
              <a:latin typeface="Bell MT"/>
              <a:ea typeface="Bell MT"/>
              <a:cs typeface="Bell MT"/>
              <a:sym typeface="Bell MT"/>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2" name="Google Shape;122;p6"/>
          <p:cNvSpPr txBox="1"/>
          <p:nvPr/>
        </p:nvSpPr>
        <p:spPr>
          <a:xfrm>
            <a:off x="378700" y="720525"/>
            <a:ext cx="38751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u="sng">
                <a:solidFill>
                  <a:schemeClr val="dk1"/>
                </a:solidFill>
                <a:latin typeface="Times New Roman"/>
                <a:ea typeface="Times New Roman"/>
                <a:cs typeface="Times New Roman"/>
                <a:sym typeface="Times New Roman"/>
              </a:rPr>
              <a:t>Existing Techniques:</a:t>
            </a:r>
            <a:endParaRPr sz="32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7"/>
          <p:cNvSpPr txBox="1">
            <a:spLocks noGrp="1"/>
          </p:cNvSpPr>
          <p:nvPr>
            <p:ph type="title"/>
          </p:nvPr>
        </p:nvSpPr>
        <p:spPr>
          <a:xfrm>
            <a:off x="457200" y="1702575"/>
            <a:ext cx="8229600" cy="582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sz="4000" b="1" u="sng">
                <a:latin typeface="Times New Roman"/>
                <a:ea typeface="Times New Roman"/>
                <a:cs typeface="Times New Roman"/>
                <a:sym typeface="Times New Roman"/>
              </a:rPr>
              <a:t>Drawbacks:</a:t>
            </a:r>
            <a:endParaRPr sz="4000" b="1" u="sng">
              <a:latin typeface="Times New Roman"/>
              <a:ea typeface="Times New Roman"/>
              <a:cs typeface="Times New Roman"/>
              <a:sym typeface="Times New Roman"/>
            </a:endParaRPr>
          </a:p>
        </p:txBody>
      </p:sp>
      <p:sp>
        <p:nvSpPr>
          <p:cNvPr id="128" name="Google Shape;128;p7"/>
          <p:cNvSpPr txBox="1">
            <a:spLocks noGrp="1"/>
          </p:cNvSpPr>
          <p:nvPr>
            <p:ph type="body" idx="4294967295"/>
          </p:nvPr>
        </p:nvSpPr>
        <p:spPr>
          <a:xfrm>
            <a:off x="1264500" y="2628800"/>
            <a:ext cx="6615000" cy="3061500"/>
          </a:xfrm>
          <a:prstGeom prst="rect">
            <a:avLst/>
          </a:prstGeom>
          <a:noFill/>
          <a:ln>
            <a:noFill/>
          </a:ln>
        </p:spPr>
        <p:txBody>
          <a:bodyPr spcFirstLastPara="1" wrap="square" lIns="91425" tIns="45700" rIns="91425" bIns="45700" anchor="t" anchorCtr="0">
            <a:noAutofit/>
          </a:bodyPr>
          <a:lstStyle/>
          <a:p>
            <a:pPr marL="457200" lvl="0" indent="-431800" algn="l" rtl="0">
              <a:spcBef>
                <a:spcPts val="0"/>
              </a:spcBef>
              <a:spcAft>
                <a:spcPts val="0"/>
              </a:spcAft>
              <a:buSzPts val="3200"/>
              <a:buChar char="➢"/>
            </a:pPr>
            <a:r>
              <a:rPr lang="en-IN"/>
              <a:t>No logical relation for sentence arrangement.</a:t>
            </a:r>
            <a:endParaRPr/>
          </a:p>
          <a:p>
            <a:pPr marL="457200" lvl="0" indent="-431800" algn="l" rtl="0">
              <a:spcBef>
                <a:spcPts val="0"/>
              </a:spcBef>
              <a:spcAft>
                <a:spcPts val="0"/>
              </a:spcAft>
              <a:buSzPts val="3200"/>
              <a:buChar char="➢"/>
            </a:pPr>
            <a:r>
              <a:rPr lang="en-IN"/>
              <a:t>Sentence structure identification is not accurate.</a:t>
            </a:r>
            <a:endParaRPr/>
          </a:p>
          <a:p>
            <a:pPr marL="457200" lvl="0" indent="-431800" algn="l" rtl="0">
              <a:spcBef>
                <a:spcPts val="0"/>
              </a:spcBef>
              <a:spcAft>
                <a:spcPts val="0"/>
              </a:spcAft>
              <a:buSzPts val="3200"/>
              <a:buChar char="➢"/>
            </a:pPr>
            <a:r>
              <a:rPr lang="en-IN"/>
              <a:t>Article distribution is not relevant.</a:t>
            </a:r>
            <a:endParaRPr/>
          </a:p>
        </p:txBody>
      </p:sp>
      <p:pic>
        <p:nvPicPr>
          <p:cNvPr id="129" name="Google Shape;129;p7"/>
          <p:cNvPicPr preferRelativeResize="0"/>
          <p:nvPr/>
        </p:nvPicPr>
        <p:blipFill>
          <a:blip r:embed="rId3">
            <a:alphaModFix/>
          </a:blip>
          <a:stretch>
            <a:fillRect/>
          </a:stretch>
        </p:blipFill>
        <p:spPr>
          <a:xfrm>
            <a:off x="5464950" y="310179"/>
            <a:ext cx="2586576" cy="18671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8"/>
          <p:cNvSpPr txBox="1">
            <a:spLocks noGrp="1"/>
          </p:cNvSpPr>
          <p:nvPr>
            <p:ph type="title"/>
          </p:nvPr>
        </p:nvSpPr>
        <p:spPr>
          <a:xfrm>
            <a:off x="363625" y="981900"/>
            <a:ext cx="4376100" cy="582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sz="4000" b="1" u="sng">
                <a:latin typeface="Times New Roman"/>
                <a:ea typeface="Times New Roman"/>
                <a:cs typeface="Times New Roman"/>
                <a:sym typeface="Times New Roman"/>
              </a:rPr>
              <a:t>Proposed System:</a:t>
            </a:r>
            <a:endParaRPr sz="4000" b="1" u="sng">
              <a:latin typeface="Times New Roman"/>
              <a:ea typeface="Times New Roman"/>
              <a:cs typeface="Times New Roman"/>
              <a:sym typeface="Times New Roman"/>
            </a:endParaRPr>
          </a:p>
        </p:txBody>
      </p:sp>
      <p:sp>
        <p:nvSpPr>
          <p:cNvPr id="135" name="Google Shape;135;p8"/>
          <p:cNvSpPr txBox="1"/>
          <p:nvPr/>
        </p:nvSpPr>
        <p:spPr>
          <a:xfrm>
            <a:off x="846450" y="2091150"/>
            <a:ext cx="6567000" cy="3540300"/>
          </a:xfrm>
          <a:prstGeom prst="rect">
            <a:avLst/>
          </a:prstGeom>
          <a:noFill/>
          <a:ln>
            <a:noFill/>
          </a:ln>
        </p:spPr>
        <p:txBody>
          <a:bodyPr spcFirstLastPara="1" wrap="square" lIns="91425" tIns="45700" rIns="91425" bIns="45700" anchor="t" anchorCtr="0">
            <a:spAutoFit/>
          </a:bodyPr>
          <a:lstStyle/>
          <a:p>
            <a:pPr marL="342900" marR="0" lvl="0" indent="-393700" algn="l" rtl="0">
              <a:spcBef>
                <a:spcPts val="0"/>
              </a:spcBef>
              <a:spcAft>
                <a:spcPts val="0"/>
              </a:spcAft>
              <a:buClr>
                <a:schemeClr val="dk1"/>
              </a:buClr>
              <a:buSzPts val="3200"/>
              <a:buFont typeface="Arial"/>
              <a:buChar char="•"/>
            </a:pPr>
            <a:r>
              <a:rPr lang="en-IN" sz="3200" b="1">
                <a:solidFill>
                  <a:schemeClr val="dk1"/>
                </a:solidFill>
                <a:latin typeface="Bell MT"/>
                <a:ea typeface="Bell MT"/>
                <a:cs typeface="Bell MT"/>
                <a:sym typeface="Bell MT"/>
              </a:rPr>
              <a:t>Purpose:</a:t>
            </a:r>
            <a:r>
              <a:rPr lang="en-IN" sz="3200">
                <a:solidFill>
                  <a:schemeClr val="dk1"/>
                </a:solidFill>
                <a:latin typeface="Bell MT"/>
                <a:ea typeface="Bell MT"/>
                <a:cs typeface="Bell MT"/>
                <a:sym typeface="Bell MT"/>
              </a:rPr>
              <a:t> characteristics of the summary usage</a:t>
            </a:r>
            <a:endParaRPr sz="3200">
              <a:solidFill>
                <a:schemeClr val="dk1"/>
              </a:solidFill>
              <a:latin typeface="Bell MT"/>
              <a:ea typeface="Bell MT"/>
              <a:cs typeface="Bell MT"/>
              <a:sym typeface="Bell MT"/>
            </a:endParaRPr>
          </a:p>
          <a:p>
            <a:pPr marL="342900" marR="0" lvl="0" indent="-393700" algn="l" rtl="0">
              <a:spcBef>
                <a:spcPts val="0"/>
              </a:spcBef>
              <a:spcAft>
                <a:spcPts val="0"/>
              </a:spcAft>
              <a:buClr>
                <a:schemeClr val="dk1"/>
              </a:buClr>
              <a:buSzPts val="3200"/>
              <a:buFont typeface="Arial"/>
              <a:buChar char="•"/>
            </a:pPr>
            <a:r>
              <a:rPr lang="en-IN" sz="3200" b="1">
                <a:solidFill>
                  <a:schemeClr val="dk1"/>
                </a:solidFill>
                <a:latin typeface="Bell MT"/>
                <a:ea typeface="Bell MT"/>
                <a:cs typeface="Bell MT"/>
                <a:sym typeface="Bell MT"/>
              </a:rPr>
              <a:t>Audience:</a:t>
            </a:r>
            <a:r>
              <a:rPr lang="en-IN" sz="3200">
                <a:solidFill>
                  <a:schemeClr val="dk1"/>
                </a:solidFill>
                <a:latin typeface="Bell MT"/>
                <a:ea typeface="Bell MT"/>
                <a:cs typeface="Bell MT"/>
                <a:sym typeface="Bell MT"/>
              </a:rPr>
              <a:t> Generic vs. query-oriented</a:t>
            </a:r>
            <a:endParaRPr sz="3200">
              <a:solidFill>
                <a:schemeClr val="dk1"/>
              </a:solidFill>
              <a:latin typeface="Bell MT"/>
              <a:ea typeface="Bell MT"/>
              <a:cs typeface="Bell MT"/>
              <a:sym typeface="Bell MT"/>
            </a:endParaRPr>
          </a:p>
          <a:p>
            <a:pPr marL="342900" marR="0" lvl="0" indent="-393700" algn="l" rtl="0">
              <a:spcBef>
                <a:spcPts val="0"/>
              </a:spcBef>
              <a:spcAft>
                <a:spcPts val="0"/>
              </a:spcAft>
              <a:buClr>
                <a:schemeClr val="dk1"/>
              </a:buClr>
              <a:buSzPts val="3200"/>
              <a:buFont typeface="Arial"/>
              <a:buChar char="•"/>
            </a:pPr>
            <a:r>
              <a:rPr lang="en-IN" sz="3200" b="1">
                <a:solidFill>
                  <a:schemeClr val="dk1"/>
                </a:solidFill>
                <a:latin typeface="Bell MT"/>
                <a:ea typeface="Bell MT"/>
                <a:cs typeface="Bell MT"/>
                <a:sym typeface="Bell MT"/>
              </a:rPr>
              <a:t>Usage: </a:t>
            </a:r>
            <a:r>
              <a:rPr lang="en-IN" sz="3200">
                <a:solidFill>
                  <a:schemeClr val="dk1"/>
                </a:solidFill>
                <a:latin typeface="Bell MT"/>
                <a:ea typeface="Bell MT"/>
                <a:cs typeface="Bell MT"/>
                <a:sym typeface="Bell MT"/>
              </a:rPr>
              <a:t>Indicative vs. informative</a:t>
            </a:r>
            <a:endParaRPr sz="3200">
              <a:solidFill>
                <a:schemeClr val="dk1"/>
              </a:solidFill>
              <a:latin typeface="Bell MT"/>
              <a:ea typeface="Bell MT"/>
              <a:cs typeface="Bell MT"/>
              <a:sym typeface="Bell MT"/>
            </a:endParaRPr>
          </a:p>
          <a:p>
            <a:pPr marL="342900" marR="0" lvl="0" indent="-393700" algn="l" rtl="0">
              <a:spcBef>
                <a:spcPts val="0"/>
              </a:spcBef>
              <a:spcAft>
                <a:spcPts val="0"/>
              </a:spcAft>
              <a:buClr>
                <a:schemeClr val="dk1"/>
              </a:buClr>
              <a:buSzPts val="3200"/>
              <a:buFont typeface="Arial"/>
              <a:buChar char="•"/>
            </a:pPr>
            <a:r>
              <a:rPr lang="en-IN" sz="3200" b="1">
                <a:solidFill>
                  <a:schemeClr val="dk1"/>
                </a:solidFill>
                <a:latin typeface="Bell MT"/>
                <a:ea typeface="Bell MT"/>
                <a:cs typeface="Bell MT"/>
                <a:sym typeface="Bell MT"/>
              </a:rPr>
              <a:t>Expansiveness:</a:t>
            </a:r>
            <a:r>
              <a:rPr lang="en-IN" sz="3200">
                <a:solidFill>
                  <a:schemeClr val="dk1"/>
                </a:solidFill>
                <a:latin typeface="Bell MT"/>
                <a:ea typeface="Bell MT"/>
                <a:cs typeface="Bell MT"/>
                <a:sym typeface="Bell MT"/>
              </a:rPr>
              <a:t> Background vs. just-the-news</a:t>
            </a:r>
            <a:endParaRPr sz="3200">
              <a:solidFill>
                <a:schemeClr val="dk1"/>
              </a:solidFill>
              <a:latin typeface="Bell MT"/>
              <a:ea typeface="Bell MT"/>
              <a:cs typeface="Bell MT"/>
              <a:sym typeface="Bel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0"/>
          <p:cNvSpPr txBox="1">
            <a:spLocks noGrp="1"/>
          </p:cNvSpPr>
          <p:nvPr>
            <p:ph type="title"/>
          </p:nvPr>
        </p:nvSpPr>
        <p:spPr>
          <a:xfrm>
            <a:off x="353025" y="433575"/>
            <a:ext cx="8229600" cy="582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sz="4000" b="1" u="sng">
                <a:latin typeface="Times New Roman"/>
                <a:ea typeface="Times New Roman"/>
                <a:cs typeface="Times New Roman"/>
                <a:sym typeface="Times New Roman"/>
              </a:rPr>
              <a:t>Proposed techniques:</a:t>
            </a:r>
            <a:endParaRPr sz="4000" b="1" u="sng">
              <a:latin typeface="Times New Roman"/>
              <a:ea typeface="Times New Roman"/>
              <a:cs typeface="Times New Roman"/>
              <a:sym typeface="Times New Roman"/>
            </a:endParaRPr>
          </a:p>
        </p:txBody>
      </p:sp>
      <p:sp>
        <p:nvSpPr>
          <p:cNvPr id="141" name="Google Shape;141;p10"/>
          <p:cNvSpPr txBox="1"/>
          <p:nvPr/>
        </p:nvSpPr>
        <p:spPr>
          <a:xfrm>
            <a:off x="434975" y="1290955"/>
            <a:ext cx="8404225"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2" name="Google Shape;142;p10"/>
          <p:cNvSpPr txBox="1">
            <a:spLocks noGrp="1"/>
          </p:cNvSpPr>
          <p:nvPr>
            <p:ph type="body" idx="1"/>
          </p:nvPr>
        </p:nvSpPr>
        <p:spPr>
          <a:xfrm>
            <a:off x="457200" y="1417800"/>
            <a:ext cx="7598700" cy="4346400"/>
          </a:xfrm>
          <a:prstGeom prst="rect">
            <a:avLst/>
          </a:prstGeom>
          <a:noFill/>
          <a:ln>
            <a:noFill/>
          </a:ln>
        </p:spPr>
        <p:txBody>
          <a:bodyPr spcFirstLastPara="1" wrap="square" lIns="91425" tIns="45700" rIns="91425" bIns="45700" anchor="t" anchorCtr="0">
            <a:noAutofit/>
          </a:bodyPr>
          <a:lstStyle/>
          <a:p>
            <a:pPr marL="342900" lvl="0" indent="0" algn="l" rtl="0">
              <a:spcBef>
                <a:spcPts val="0"/>
              </a:spcBef>
              <a:spcAft>
                <a:spcPts val="0"/>
              </a:spcAft>
              <a:buNone/>
            </a:pPr>
            <a:r>
              <a:rPr lang="en-IN" sz="2400">
                <a:latin typeface="Bell MT"/>
                <a:ea typeface="Bell MT"/>
                <a:cs typeface="Bell MT"/>
                <a:sym typeface="Bell MT"/>
              </a:rPr>
              <a:t>Two sets of phrases are  identified--bonus phrases and stigma--phrases. Bonus phrases such as "in summary", "in conclusion", and superlatives such as "the best", "the most important" can be good indicators of important content.Unfortunately, cue phrases are genre dependent.During processing, the Cue Phrase Module simply rewards each sentence containing a cue phrase with an appropriate score and penalizes those containing stigma phrases For example, "Abstract" and "in conclusion" are more likely to occur in scientific literature than in newspaper articles. </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1"/>
          <p:cNvSpPr txBox="1">
            <a:spLocks noGrp="1"/>
          </p:cNvSpPr>
          <p:nvPr>
            <p:ph type="title"/>
          </p:nvPr>
        </p:nvSpPr>
        <p:spPr>
          <a:xfrm>
            <a:off x="457200" y="832900"/>
            <a:ext cx="8229600" cy="582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sz="4000" b="1" u="sng">
                <a:latin typeface="Times New Roman"/>
                <a:ea typeface="Times New Roman"/>
                <a:cs typeface="Times New Roman"/>
                <a:sym typeface="Times New Roman"/>
              </a:rPr>
              <a:t>Advantages:</a:t>
            </a:r>
            <a:endParaRPr sz="4000" b="1" u="sng">
              <a:latin typeface="Times New Roman"/>
              <a:ea typeface="Times New Roman"/>
              <a:cs typeface="Times New Roman"/>
              <a:sym typeface="Times New Roman"/>
            </a:endParaRPr>
          </a:p>
        </p:txBody>
      </p:sp>
      <p:sp>
        <p:nvSpPr>
          <p:cNvPr id="148" name="Google Shape;148;p11"/>
          <p:cNvSpPr txBox="1">
            <a:spLocks noGrp="1"/>
          </p:cNvSpPr>
          <p:nvPr>
            <p:ph type="body" idx="1"/>
          </p:nvPr>
        </p:nvSpPr>
        <p:spPr>
          <a:xfrm>
            <a:off x="1264500" y="1918900"/>
            <a:ext cx="6615000" cy="3061500"/>
          </a:xfrm>
          <a:prstGeom prst="rect">
            <a:avLst/>
          </a:prstGeom>
          <a:noFill/>
          <a:ln>
            <a:noFill/>
          </a:ln>
        </p:spPr>
        <p:txBody>
          <a:bodyPr spcFirstLastPara="1" wrap="square" lIns="91425" tIns="45700" rIns="91425" bIns="45700" anchor="t" anchorCtr="0">
            <a:noAutofit/>
          </a:bodyPr>
          <a:lstStyle/>
          <a:p>
            <a:pPr marL="457200" lvl="0" indent="-342900" algn="l" rtl="0">
              <a:spcBef>
                <a:spcPts val="0"/>
              </a:spcBef>
              <a:spcAft>
                <a:spcPts val="0"/>
              </a:spcAft>
              <a:buSzPts val="1800"/>
              <a:buChar char="➢"/>
            </a:pPr>
            <a:r>
              <a:rPr lang="en-IN"/>
              <a:t>Increases productivity level.</a:t>
            </a:r>
            <a:endParaRPr/>
          </a:p>
          <a:p>
            <a:pPr marL="457200" lvl="0" indent="-342900" algn="l" rtl="0">
              <a:spcBef>
                <a:spcPts val="0"/>
              </a:spcBef>
              <a:spcAft>
                <a:spcPts val="0"/>
              </a:spcAft>
              <a:buSzPts val="1800"/>
              <a:buChar char="➢"/>
            </a:pPr>
            <a:r>
              <a:rPr lang="en-IN"/>
              <a:t>Suitable for any language.</a:t>
            </a:r>
            <a:endParaRPr/>
          </a:p>
          <a:p>
            <a:pPr marL="457200" lvl="0" indent="-342900" algn="l" rtl="0">
              <a:spcBef>
                <a:spcPts val="0"/>
              </a:spcBef>
              <a:spcAft>
                <a:spcPts val="0"/>
              </a:spcAft>
              <a:buSzPts val="1800"/>
              <a:buChar char="➢"/>
            </a:pPr>
            <a:r>
              <a:rPr lang="en-IN"/>
              <a:t>It includes all the important facts.</a:t>
            </a:r>
            <a:endParaRPr/>
          </a:p>
          <a:p>
            <a:pPr marL="457200" lvl="0" indent="-342900" algn="l" rtl="0">
              <a:spcBef>
                <a:spcPts val="0"/>
              </a:spcBef>
              <a:spcAft>
                <a:spcPts val="0"/>
              </a:spcAft>
              <a:buSzPts val="1800"/>
              <a:buChar char="➢"/>
            </a:pPr>
            <a:r>
              <a:rPr lang="en-IN"/>
              <a:t>Instant response.</a:t>
            </a:r>
            <a:endParaRPr/>
          </a:p>
        </p:txBody>
      </p:sp>
      <p:pic>
        <p:nvPicPr>
          <p:cNvPr id="149" name="Google Shape;149;p11"/>
          <p:cNvPicPr preferRelativeResize="0"/>
          <p:nvPr/>
        </p:nvPicPr>
        <p:blipFill>
          <a:blip r:embed="rId3">
            <a:alphaModFix/>
          </a:blip>
          <a:stretch>
            <a:fillRect/>
          </a:stretch>
        </p:blipFill>
        <p:spPr>
          <a:xfrm>
            <a:off x="2613125" y="4232663"/>
            <a:ext cx="3676650" cy="2143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2"/>
          <p:cNvSpPr txBox="1">
            <a:spLocks noGrp="1"/>
          </p:cNvSpPr>
          <p:nvPr>
            <p:ph type="title"/>
          </p:nvPr>
        </p:nvSpPr>
        <p:spPr>
          <a:xfrm>
            <a:off x="289450" y="832900"/>
            <a:ext cx="8229600" cy="582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sz="4000" b="1" u="sng">
                <a:latin typeface="Times New Roman"/>
                <a:ea typeface="Times New Roman"/>
                <a:cs typeface="Times New Roman"/>
                <a:sym typeface="Times New Roman"/>
              </a:rPr>
              <a:t> System Requirements:</a:t>
            </a:r>
            <a:endParaRPr sz="4000" b="1" u="sng">
              <a:latin typeface="Times New Roman"/>
              <a:ea typeface="Times New Roman"/>
              <a:cs typeface="Times New Roman"/>
              <a:sym typeface="Times New Roman"/>
            </a:endParaRPr>
          </a:p>
        </p:txBody>
      </p:sp>
      <p:sp>
        <p:nvSpPr>
          <p:cNvPr id="155" name="Google Shape;155;p12"/>
          <p:cNvSpPr txBox="1">
            <a:spLocks noGrp="1"/>
          </p:cNvSpPr>
          <p:nvPr>
            <p:ph type="body" idx="1"/>
          </p:nvPr>
        </p:nvSpPr>
        <p:spPr>
          <a:xfrm>
            <a:off x="1099600" y="1938675"/>
            <a:ext cx="6609300" cy="4137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E457B"/>
              </a:buClr>
              <a:buSzPts val="2400"/>
              <a:buFont typeface="Bell MT"/>
              <a:buNone/>
            </a:pPr>
            <a:r>
              <a:rPr lang="en-IN" sz="2400">
                <a:latin typeface="Bell MT"/>
                <a:ea typeface="Bell MT"/>
                <a:cs typeface="Bell MT"/>
                <a:sym typeface="Bell MT"/>
              </a:rPr>
              <a:t>HARDWARE REQUIREMENTS</a:t>
            </a:r>
            <a:endParaRPr sz="2400">
              <a:latin typeface="Bell MT"/>
              <a:ea typeface="Bell MT"/>
              <a:cs typeface="Bell MT"/>
              <a:sym typeface="Bell MT"/>
            </a:endParaRPr>
          </a:p>
          <a:p>
            <a:pPr marL="342900" lvl="0" indent="-342900" algn="l" rtl="0">
              <a:spcBef>
                <a:spcPts val="480"/>
              </a:spcBef>
              <a:spcAft>
                <a:spcPts val="0"/>
              </a:spcAft>
              <a:buSzPts val="2400"/>
              <a:buFont typeface="Bell MT"/>
              <a:buChar char="•"/>
            </a:pPr>
            <a:r>
              <a:rPr lang="en-IN" sz="2400">
                <a:latin typeface="Bell MT"/>
                <a:ea typeface="Bell MT"/>
                <a:cs typeface="Bell MT"/>
                <a:sym typeface="Bell MT"/>
              </a:rPr>
              <a:t>PROCESSOR		:  	DUAL CORE 2 DUO.</a:t>
            </a:r>
            <a:endParaRPr sz="2400">
              <a:latin typeface="Bell MT"/>
              <a:ea typeface="Bell MT"/>
              <a:cs typeface="Bell MT"/>
              <a:sym typeface="Bell MT"/>
            </a:endParaRPr>
          </a:p>
          <a:p>
            <a:pPr marL="342900" lvl="0" indent="-342900" algn="l" rtl="0">
              <a:spcBef>
                <a:spcPts val="480"/>
              </a:spcBef>
              <a:spcAft>
                <a:spcPts val="0"/>
              </a:spcAft>
              <a:buSzPts val="2400"/>
              <a:buFont typeface="Bell MT"/>
              <a:buChar char="•"/>
            </a:pPr>
            <a:r>
              <a:rPr lang="en-IN" sz="2400">
                <a:latin typeface="Bell MT"/>
                <a:ea typeface="Bell MT"/>
                <a:cs typeface="Bell MT"/>
                <a:sym typeface="Bell MT"/>
              </a:rPr>
              <a:t>RAM				:	2GB DD RAM	</a:t>
            </a:r>
            <a:endParaRPr sz="2400">
              <a:latin typeface="Bell MT"/>
              <a:ea typeface="Bell MT"/>
              <a:cs typeface="Bell MT"/>
              <a:sym typeface="Bell MT"/>
            </a:endParaRPr>
          </a:p>
          <a:p>
            <a:pPr marL="342900" lvl="0" indent="-342900" algn="l" rtl="0">
              <a:spcBef>
                <a:spcPts val="480"/>
              </a:spcBef>
              <a:spcAft>
                <a:spcPts val="0"/>
              </a:spcAft>
              <a:buSzPts val="2400"/>
              <a:buFont typeface="Bell MT"/>
              <a:buChar char="•"/>
            </a:pPr>
            <a:r>
              <a:rPr lang="en-IN" sz="2400">
                <a:latin typeface="Bell MT"/>
                <a:ea typeface="Bell MT"/>
                <a:cs typeface="Bell MT"/>
                <a:sym typeface="Bell MT"/>
              </a:rPr>
              <a:t>HARD DISK 		:	250 GB</a:t>
            </a:r>
            <a:endParaRPr sz="2400">
              <a:latin typeface="Bell MT"/>
              <a:ea typeface="Bell MT"/>
              <a:cs typeface="Bell MT"/>
              <a:sym typeface="Bell MT"/>
            </a:endParaRPr>
          </a:p>
          <a:p>
            <a:pPr marL="342900" lvl="0" indent="-190500" algn="l" rtl="0">
              <a:spcBef>
                <a:spcPts val="480"/>
              </a:spcBef>
              <a:spcAft>
                <a:spcPts val="0"/>
              </a:spcAft>
              <a:buClr>
                <a:schemeClr val="dk1"/>
              </a:buClr>
              <a:buSzPts val="2400"/>
              <a:buFont typeface="Arial"/>
              <a:buNone/>
            </a:pPr>
            <a:endParaRPr sz="2400">
              <a:latin typeface="Bell MT"/>
              <a:ea typeface="Bell MT"/>
              <a:cs typeface="Bell MT"/>
              <a:sym typeface="Bell MT"/>
            </a:endParaRPr>
          </a:p>
          <a:p>
            <a:pPr marL="0" lvl="0" indent="0" algn="l" rtl="0">
              <a:spcBef>
                <a:spcPts val="480"/>
              </a:spcBef>
              <a:spcAft>
                <a:spcPts val="0"/>
              </a:spcAft>
              <a:buClr>
                <a:srgbClr val="0E457B"/>
              </a:buClr>
              <a:buSzPts val="2400"/>
              <a:buFont typeface="Bell MT"/>
              <a:buNone/>
            </a:pPr>
            <a:r>
              <a:rPr lang="en-IN" sz="2400">
                <a:latin typeface="Bell MT"/>
                <a:ea typeface="Bell MT"/>
                <a:cs typeface="Bell MT"/>
                <a:sym typeface="Bell MT"/>
              </a:rPr>
              <a:t>SOFTWARE REQUIREMENTS</a:t>
            </a:r>
            <a:endParaRPr sz="2400">
              <a:latin typeface="Bell MT"/>
              <a:ea typeface="Bell MT"/>
              <a:cs typeface="Bell MT"/>
              <a:sym typeface="Bell MT"/>
            </a:endParaRPr>
          </a:p>
          <a:p>
            <a:pPr marL="342900" lvl="0" indent="-342900" algn="l" rtl="0">
              <a:spcBef>
                <a:spcPts val="480"/>
              </a:spcBef>
              <a:spcAft>
                <a:spcPts val="0"/>
              </a:spcAft>
              <a:buSzPts val="2400"/>
              <a:buFont typeface="Bell MT"/>
              <a:buChar char="•"/>
            </a:pPr>
            <a:r>
              <a:rPr lang="en-IN" sz="2400">
                <a:latin typeface="Bell MT"/>
                <a:ea typeface="Bell MT"/>
                <a:cs typeface="Bell MT"/>
                <a:sym typeface="Bell MT"/>
              </a:rPr>
              <a:t>FRONT END 				:	PYTHON</a:t>
            </a:r>
            <a:endParaRPr sz="2400">
              <a:latin typeface="Bell MT"/>
              <a:ea typeface="Bell MT"/>
              <a:cs typeface="Bell MT"/>
              <a:sym typeface="Bell MT"/>
            </a:endParaRPr>
          </a:p>
          <a:p>
            <a:pPr marL="342900" lvl="0" indent="-342900" algn="l" rtl="0">
              <a:spcBef>
                <a:spcPts val="480"/>
              </a:spcBef>
              <a:spcAft>
                <a:spcPts val="0"/>
              </a:spcAft>
              <a:buSzPts val="2400"/>
              <a:buFont typeface="Bell MT"/>
              <a:buChar char="•"/>
            </a:pPr>
            <a:r>
              <a:rPr lang="en-IN" sz="2400">
                <a:latin typeface="Bell MT"/>
                <a:ea typeface="Bell MT"/>
                <a:cs typeface="Bell MT"/>
                <a:sym typeface="Bell MT"/>
              </a:rPr>
              <a:t>OPERATING SYSTEM  	:	WINDOWS 7</a:t>
            </a:r>
            <a:endParaRPr sz="2400">
              <a:latin typeface="Bell MT"/>
              <a:ea typeface="Bell MT"/>
              <a:cs typeface="Bell MT"/>
              <a:sym typeface="Bell MT"/>
            </a:endParaRPr>
          </a:p>
          <a:p>
            <a:pPr marL="342900" lvl="0" indent="-342900" algn="l" rtl="0">
              <a:spcBef>
                <a:spcPts val="480"/>
              </a:spcBef>
              <a:spcAft>
                <a:spcPts val="0"/>
              </a:spcAft>
              <a:buSzPts val="2400"/>
              <a:buFont typeface="Bell MT"/>
              <a:buChar char="•"/>
            </a:pPr>
            <a:r>
              <a:rPr lang="en-IN" sz="2400">
                <a:latin typeface="Bell MT"/>
                <a:ea typeface="Bell MT"/>
                <a:cs typeface="Bell MT"/>
                <a:sym typeface="Bell MT"/>
              </a:rPr>
              <a:t>IDE							:	Spyder3</a:t>
            </a:r>
            <a:endParaRPr sz="2400">
              <a:latin typeface="Bell MT"/>
              <a:ea typeface="Bell MT"/>
              <a:cs typeface="Bell MT"/>
              <a:sym typeface="Bel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fa26b971e1_0_0"/>
          <p:cNvSpPr txBox="1">
            <a:spLocks noGrp="1"/>
          </p:cNvSpPr>
          <p:nvPr>
            <p:ph type="title"/>
          </p:nvPr>
        </p:nvSpPr>
        <p:spPr>
          <a:xfrm>
            <a:off x="2679525" y="2690650"/>
            <a:ext cx="2789400" cy="5826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IN" sz="4000"/>
              <a:t>Thank you</a:t>
            </a:r>
            <a:endParaRPr sz="4000"/>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487</Words>
  <Application>Microsoft Office PowerPoint</Application>
  <PresentationFormat>On-screen Show (4:3)</PresentationFormat>
  <Paragraphs>78</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Times New Roman</vt:lpstr>
      <vt:lpstr>Bell MT</vt:lpstr>
      <vt:lpstr>Calibri</vt:lpstr>
      <vt:lpstr>Arial</vt:lpstr>
      <vt:lpstr>Noto Sans Symbols</vt:lpstr>
      <vt:lpstr>Blue Waves</vt:lpstr>
      <vt:lpstr>PowerPoint Presentation</vt:lpstr>
      <vt:lpstr>CONTENTS:</vt:lpstr>
      <vt:lpstr>Objectives:</vt:lpstr>
      <vt:lpstr>Existing System: </vt:lpstr>
      <vt:lpstr>PowerPoint Presentation</vt:lpstr>
      <vt:lpstr>Drawbacks:</vt:lpstr>
      <vt:lpstr>Proposed System:</vt:lpstr>
      <vt:lpstr>Proposed techniques:</vt:lpstr>
      <vt:lpstr>Advantages:</vt:lpstr>
      <vt:lpstr> System Requirements: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Vertilink Technologies</dc:creator>
  <cp:lastModifiedBy>Sai sonu Gampa</cp:lastModifiedBy>
  <cp:revision>1</cp:revision>
  <dcterms:created xsi:type="dcterms:W3CDTF">2006-08-16T00:00:00Z</dcterms:created>
  <dcterms:modified xsi:type="dcterms:W3CDTF">2026-04-16T06:26:06Z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4CD46A83FCCD4926BAAF6C7014D7D14A</vt:lpwstr>
  </property>
  <property fmtid="{D5CDD505-2E9C-101B-9397-08002B2CF9AE}" pid="3" name="KSOProductBuildVer">
    <vt:lpwstr>2057-11.2.0.10351</vt:lpwstr>
  </property>
</Properties>
</file>