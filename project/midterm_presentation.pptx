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C2D0A-B8A9-4766-B6AA-448562E07A55}" v="4" dt="2026-04-16T16:59:23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1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onu Gampa" userId="f3bd0ef8879bde9b" providerId="LiveId" clId="{5BCD497C-A6FB-4AA2-9904-2FE961887895}"/>
    <pc:docChg chg="undo custSel modSld">
      <pc:chgData name="Sai sonu Gampa" userId="f3bd0ef8879bde9b" providerId="LiveId" clId="{5BCD497C-A6FB-4AA2-9904-2FE961887895}" dt="2026-04-16T17:01:04.310" v="40" actId="255"/>
      <pc:docMkLst>
        <pc:docMk/>
      </pc:docMkLst>
      <pc:sldChg chg="addSp delSp modSp mod">
        <pc:chgData name="Sai sonu Gampa" userId="f3bd0ef8879bde9b" providerId="LiveId" clId="{5BCD497C-A6FB-4AA2-9904-2FE961887895}" dt="2026-04-16T16:59:44.232" v="32" actId="20577"/>
        <pc:sldMkLst>
          <pc:docMk/>
          <pc:sldMk cId="0" sldId="256"/>
        </pc:sldMkLst>
        <pc:spChg chg="mod">
          <ac:chgData name="Sai sonu Gampa" userId="f3bd0ef8879bde9b" providerId="LiveId" clId="{5BCD497C-A6FB-4AA2-9904-2FE961887895}" dt="2026-04-16T16:58:44.209" v="25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i sonu Gampa" userId="f3bd0ef8879bde9b" providerId="LiveId" clId="{5BCD497C-A6FB-4AA2-9904-2FE961887895}" dt="2026-04-16T16:59:44.232" v="32" actId="20577"/>
          <ac:spMkLst>
            <pc:docMk/>
            <pc:sldMk cId="0" sldId="256"/>
            <ac:spMk id="5" creationId="{00000000-0000-0000-0000-000000000000}"/>
          </ac:spMkLst>
        </pc:spChg>
        <pc:spChg chg="add del mod">
          <ac:chgData name="Sai sonu Gampa" userId="f3bd0ef8879bde9b" providerId="LiveId" clId="{5BCD497C-A6FB-4AA2-9904-2FE961887895}" dt="2026-04-16T16:58:43.521" v="22" actId="22"/>
          <ac:spMkLst>
            <pc:docMk/>
            <pc:sldMk cId="0" sldId="256"/>
            <ac:spMk id="7" creationId="{C54FE354-073B-AF7B-0C35-05A39A56F6D6}"/>
          </ac:spMkLst>
        </pc:spChg>
        <pc:spChg chg="add mod">
          <ac:chgData name="Sai sonu Gampa" userId="f3bd0ef8879bde9b" providerId="LiveId" clId="{5BCD497C-A6FB-4AA2-9904-2FE961887895}" dt="2026-04-16T16:58:41.233" v="16" actId="571"/>
          <ac:spMkLst>
            <pc:docMk/>
            <pc:sldMk cId="0" sldId="256"/>
            <ac:spMk id="8" creationId="{B2232174-0329-CC27-151D-B64A9FA38938}"/>
          </ac:spMkLst>
        </pc:spChg>
      </pc:sldChg>
      <pc:sldChg chg="modSp mod">
        <pc:chgData name="Sai sonu Gampa" userId="f3bd0ef8879bde9b" providerId="LiveId" clId="{5BCD497C-A6FB-4AA2-9904-2FE961887895}" dt="2026-04-16T17:00:02.846" v="33" actId="255"/>
        <pc:sldMkLst>
          <pc:docMk/>
          <pc:sldMk cId="0" sldId="257"/>
        </pc:sldMkLst>
        <pc:spChg chg="mod">
          <ac:chgData name="Sai sonu Gampa" userId="f3bd0ef8879bde9b" providerId="LiveId" clId="{5BCD497C-A6FB-4AA2-9904-2FE961887895}" dt="2026-04-16T17:00:02.846" v="33" actId="255"/>
          <ac:spMkLst>
            <pc:docMk/>
            <pc:sldMk cId="0" sldId="257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0:15.350" v="34" actId="255"/>
        <pc:sldMkLst>
          <pc:docMk/>
          <pc:sldMk cId="0" sldId="258"/>
        </pc:sldMkLst>
        <pc:spChg chg="mod">
          <ac:chgData name="Sai sonu Gampa" userId="f3bd0ef8879bde9b" providerId="LiveId" clId="{5BCD497C-A6FB-4AA2-9904-2FE961887895}" dt="2026-04-16T17:00:15.350" v="34" actId="255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0:25.843" v="35" actId="255"/>
        <pc:sldMkLst>
          <pc:docMk/>
          <pc:sldMk cId="0" sldId="259"/>
        </pc:sldMkLst>
        <pc:spChg chg="mod">
          <ac:chgData name="Sai sonu Gampa" userId="f3bd0ef8879bde9b" providerId="LiveId" clId="{5BCD497C-A6FB-4AA2-9904-2FE961887895}" dt="2026-04-16T17:00:25.843" v="35" actId="255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0:34.571" v="36" actId="255"/>
        <pc:sldMkLst>
          <pc:docMk/>
          <pc:sldMk cId="0" sldId="260"/>
        </pc:sldMkLst>
        <pc:spChg chg="mod">
          <ac:chgData name="Sai sonu Gampa" userId="f3bd0ef8879bde9b" providerId="LiveId" clId="{5BCD497C-A6FB-4AA2-9904-2FE961887895}" dt="2026-04-16T17:00:34.571" v="36" actId="255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0:41.278" v="37" actId="255"/>
        <pc:sldMkLst>
          <pc:docMk/>
          <pc:sldMk cId="0" sldId="261"/>
        </pc:sldMkLst>
        <pc:spChg chg="mod">
          <ac:chgData name="Sai sonu Gampa" userId="f3bd0ef8879bde9b" providerId="LiveId" clId="{5BCD497C-A6FB-4AA2-9904-2FE961887895}" dt="2026-04-16T17:00:41.278" v="37" actId="255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0:49.162" v="38" actId="255"/>
        <pc:sldMkLst>
          <pc:docMk/>
          <pc:sldMk cId="0" sldId="262"/>
        </pc:sldMkLst>
        <pc:spChg chg="mod">
          <ac:chgData name="Sai sonu Gampa" userId="f3bd0ef8879bde9b" providerId="LiveId" clId="{5BCD497C-A6FB-4AA2-9904-2FE961887895}" dt="2026-04-16T17:00:49.162" v="38" actId="255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0:58.906" v="39" actId="255"/>
        <pc:sldMkLst>
          <pc:docMk/>
          <pc:sldMk cId="0" sldId="263"/>
        </pc:sldMkLst>
        <pc:spChg chg="mod">
          <ac:chgData name="Sai sonu Gampa" userId="f3bd0ef8879bde9b" providerId="LiveId" clId="{5BCD497C-A6FB-4AA2-9904-2FE961887895}" dt="2026-04-16T17:00:58.906" v="39" actId="255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Sai sonu Gampa" userId="f3bd0ef8879bde9b" providerId="LiveId" clId="{5BCD497C-A6FB-4AA2-9904-2FE961887895}" dt="2026-04-16T17:01:04.310" v="40" actId="255"/>
        <pc:sldMkLst>
          <pc:docMk/>
          <pc:sldMk cId="0" sldId="264"/>
        </pc:sldMkLst>
        <pc:spChg chg="mod">
          <ac:chgData name="Sai sonu Gampa" userId="f3bd0ef8879bde9b" providerId="LiveId" clId="{5BCD497C-A6FB-4AA2-9904-2FE961887895}" dt="2026-04-16T17:01:04.310" v="40" actId="255"/>
          <ac:spMkLst>
            <pc:docMk/>
            <pc:sldMk cId="0" sldId="264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600" b="1" dirty="0">
                <a:solidFill>
                  <a:srgbClr val="FFFFFF"/>
                </a:solidFill>
              </a:rPr>
              <a:t>Text Summarization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lang="en-US" sz="3200" dirty="0"/>
              <a:t>Special Project Report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lang="en-US" sz="3200" dirty="0"/>
              <a:t>Gampa Sai Sonu (23STUCHH010180)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lang="en-US" sz="3200" dirty="0"/>
              <a:t>Faculty of Science &amp; Technology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lang="en-US" sz="3200" dirty="0"/>
              <a:t>The ICFAI Foundation for Higher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Acknowledgement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Guidance from Dr. L. Lakshmi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Support from Department of DS &amp; AI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Thanks to faculty, friends, and parents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Enhances abstractive summarization with deep learning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Uses semantic data transformation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Produces human-readable summaries preserving key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Automatic summarization condenses textual content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Can be extractive or abstractive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Reduces reading effort and redundancy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Sentence splitting and preprocessing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Stop-word removal and stemming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Generate top-ranked summary sentences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Existing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Abstractive summarization resembles human summaries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May paraphrase original content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Improves cohesion and readability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Literature Survey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Gradient-based Learning (LeCun et al.)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Deep CNNs (</a:t>
            </a:r>
            <a:r>
              <a:rPr sz="3200" dirty="0" err="1"/>
              <a:t>Krizhevsky</a:t>
            </a:r>
            <a:r>
              <a:rPr sz="3200" dirty="0"/>
              <a:t> et al.)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Adam Optimizer (Kingma &amp; Ba)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Proposed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CNN-based summarization framework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Multiple convolution and sampling layers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Weight sharing improves efficiency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13716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88136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41414"/>
                </a:solidFill>
              </a:defRPr>
            </a:pPr>
            <a:r>
              <a:rPr sz="3200" dirty="0"/>
              <a:t>Deep learning improves summarization quality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CNN enhances performance and scalability</a:t>
            </a:r>
          </a:p>
          <a:p>
            <a:pPr>
              <a:defRPr sz="2000">
                <a:solidFill>
                  <a:srgbClr val="141414"/>
                </a:solidFill>
              </a:defRPr>
            </a:pPr>
            <a:r>
              <a:rPr sz="3200" dirty="0"/>
              <a:t>Effective for large textual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159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sonu Gampa</cp:lastModifiedBy>
  <cp:revision>1</cp:revision>
  <dcterms:created xsi:type="dcterms:W3CDTF">2013-01-27T09:14:16Z</dcterms:created>
  <dcterms:modified xsi:type="dcterms:W3CDTF">2026-04-16T17:01:09Z</dcterms:modified>
  <cp:category/>
</cp:coreProperties>
</file>